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5"/>
  </p:sldMasterIdLst>
  <p:notesMasterIdLst>
    <p:notesMasterId r:id="rId21"/>
  </p:notesMasterIdLst>
  <p:sldIdLst>
    <p:sldId id="361" r:id="rId6"/>
    <p:sldId id="362" r:id="rId7"/>
    <p:sldId id="363" r:id="rId8"/>
    <p:sldId id="367" r:id="rId9"/>
    <p:sldId id="371" r:id="rId10"/>
    <p:sldId id="364" r:id="rId11"/>
    <p:sldId id="368" r:id="rId12"/>
    <p:sldId id="372" r:id="rId13"/>
    <p:sldId id="365" r:id="rId14"/>
    <p:sldId id="369" r:id="rId15"/>
    <p:sldId id="373" r:id="rId16"/>
    <p:sldId id="366" r:id="rId17"/>
    <p:sldId id="370" r:id="rId18"/>
    <p:sldId id="374" r:id="rId19"/>
    <p:sldId id="3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E81901-46C7-85A1-2BA6-B8BF819BFDA4}" name="Illis, William" initials="WI" userId="S::ILLISWI1@novartis.net::ca0e992f-a101-49cf-b775-5130350cc000" providerId="AD"/>
  <p188:author id="{49114E17-2F70-1A48-CEA7-655FECF1BD52}" name="Nip, Jun" initials="JN" userId="S::NIPJ03@pfizer.com::57dacbcd-c89d-4019-9ae5-fda89b074e7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EFFAFF"/>
    <a:srgbClr val="D5F3FF"/>
    <a:srgbClr val="00AEEF"/>
    <a:srgbClr val="000000"/>
    <a:srgbClr val="575757"/>
    <a:srgbClr val="F45F1A"/>
    <a:srgbClr val="FAB325"/>
    <a:srgbClr val="3C3C3C"/>
    <a:srgbClr val="DE58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4F7B2F-9F7E-4F7A-80E8-0AA3B40040CE}" v="144" dt="2025-11-07T18:11:44.328"/>
  </p1510:revLst>
</p1510:revInfo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65" autoAdjust="0"/>
    <p:restoredTop sz="94761" autoAdjust="0"/>
  </p:normalViewPr>
  <p:slideViewPr>
    <p:cSldViewPr snapToGrid="0">
      <p:cViewPr varScale="1">
        <p:scale>
          <a:sx n="107" d="100"/>
          <a:sy n="107" d="100"/>
        </p:scale>
        <p:origin x="13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p, Jun" userId="57dacbcd-c89d-4019-9ae5-fda89b074e74" providerId="ADAL" clId="{E3A191C1-2A4D-41D8-9532-75AE54770F7B}"/>
    <pc:docChg chg="undo custSel addSld delSld modSld sldOrd delMainMaster modMainMaster modShowInfo">
      <pc:chgData name="Nip, Jun" userId="57dacbcd-c89d-4019-9ae5-fda89b074e74" providerId="ADAL" clId="{E3A191C1-2A4D-41D8-9532-75AE54770F7B}" dt="2025-11-12T16:33:29.673" v="2786" actId="20577"/>
      <pc:docMkLst>
        <pc:docMk/>
      </pc:docMkLst>
      <pc:sldChg chg="del">
        <pc:chgData name="Nip, Jun" userId="57dacbcd-c89d-4019-9ae5-fda89b074e74" providerId="ADAL" clId="{E3A191C1-2A4D-41D8-9532-75AE54770F7B}" dt="2025-11-07T17:08:38.817" v="54" actId="47"/>
        <pc:sldMkLst>
          <pc:docMk/>
          <pc:sldMk cId="31598005" sldId="317"/>
        </pc:sldMkLst>
      </pc:sldChg>
      <pc:sldChg chg="del">
        <pc:chgData name="Nip, Jun" userId="57dacbcd-c89d-4019-9ae5-fda89b074e74" providerId="ADAL" clId="{E3A191C1-2A4D-41D8-9532-75AE54770F7B}" dt="2025-11-07T17:08:38.817" v="54" actId="47"/>
        <pc:sldMkLst>
          <pc:docMk/>
          <pc:sldMk cId="1962074201" sldId="341"/>
        </pc:sldMkLst>
      </pc:sldChg>
      <pc:sldChg chg="addSp modSp mod">
        <pc:chgData name="Nip, Jun" userId="57dacbcd-c89d-4019-9ae5-fda89b074e74" providerId="ADAL" clId="{E3A191C1-2A4D-41D8-9532-75AE54770F7B}" dt="2025-11-07T17:35:30.717" v="1692" actId="1076"/>
        <pc:sldMkLst>
          <pc:docMk/>
          <pc:sldMk cId="163059792" sldId="361"/>
        </pc:sldMkLst>
        <pc:spChg chg="add mod">
          <ac:chgData name="Nip, Jun" userId="57dacbcd-c89d-4019-9ae5-fda89b074e74" providerId="ADAL" clId="{E3A191C1-2A4D-41D8-9532-75AE54770F7B}" dt="2025-11-07T17:35:30.717" v="1692" actId="1076"/>
          <ac:spMkLst>
            <pc:docMk/>
            <pc:sldMk cId="163059792" sldId="361"/>
            <ac:spMk id="2" creationId="{D0CC59E0-0E76-CD4A-43A3-43B1FE8D2ED1}"/>
          </ac:spMkLst>
        </pc:spChg>
        <pc:spChg chg="mod">
          <ac:chgData name="Nip, Jun" userId="57dacbcd-c89d-4019-9ae5-fda89b074e74" providerId="ADAL" clId="{E3A191C1-2A4D-41D8-9532-75AE54770F7B}" dt="2025-11-07T17:08:25.047" v="34" actId="14100"/>
          <ac:spMkLst>
            <pc:docMk/>
            <pc:sldMk cId="163059792" sldId="361"/>
            <ac:spMk id="4" creationId="{337B4055-24E2-747B-0427-936EB58957C0}"/>
          </ac:spMkLst>
        </pc:spChg>
        <pc:spChg chg="mod">
          <ac:chgData name="Nip, Jun" userId="57dacbcd-c89d-4019-9ae5-fda89b074e74" providerId="ADAL" clId="{E3A191C1-2A4D-41D8-9532-75AE54770F7B}" dt="2025-11-07T17:09:04.152" v="64" actId="20577"/>
          <ac:spMkLst>
            <pc:docMk/>
            <pc:sldMk cId="163059792" sldId="361"/>
            <ac:spMk id="5" creationId="{EC550AB3-FD81-6893-6886-C76F487CE451}"/>
          </ac:spMkLst>
        </pc:spChg>
        <pc:spChg chg="mod">
          <ac:chgData name="Nip, Jun" userId="57dacbcd-c89d-4019-9ae5-fda89b074e74" providerId="ADAL" clId="{E3A191C1-2A4D-41D8-9532-75AE54770F7B}" dt="2025-11-07T17:07:48.117" v="1" actId="20577"/>
          <ac:spMkLst>
            <pc:docMk/>
            <pc:sldMk cId="163059792" sldId="361"/>
            <ac:spMk id="7" creationId="{83D8D39E-24B7-653C-EB09-D614449AABA6}"/>
          </ac:spMkLst>
        </pc:spChg>
      </pc:sldChg>
      <pc:sldChg chg="del">
        <pc:chgData name="Nip, Jun" userId="57dacbcd-c89d-4019-9ae5-fda89b074e74" providerId="ADAL" clId="{E3A191C1-2A4D-41D8-9532-75AE54770F7B}" dt="2025-11-07T17:08:38.817" v="54" actId="47"/>
        <pc:sldMkLst>
          <pc:docMk/>
          <pc:sldMk cId="3381404978" sldId="362"/>
        </pc:sldMkLst>
      </pc:sldChg>
      <pc:sldChg chg="addSp delSp modSp new mod modClrScheme chgLayout">
        <pc:chgData name="Nip, Jun" userId="57dacbcd-c89d-4019-9ae5-fda89b074e74" providerId="ADAL" clId="{E3A191C1-2A4D-41D8-9532-75AE54770F7B}" dt="2025-11-07T18:09:38.178" v="2756" actId="1076"/>
        <pc:sldMkLst>
          <pc:docMk/>
          <pc:sldMk cId="4139979778" sldId="362"/>
        </pc:sldMkLst>
        <pc:spChg chg="mod">
          <ac:chgData name="Nip, Jun" userId="57dacbcd-c89d-4019-9ae5-fda89b074e74" providerId="ADAL" clId="{E3A191C1-2A4D-41D8-9532-75AE54770F7B}" dt="2025-11-07T17:11:42.286" v="226" actId="20577"/>
          <ac:spMkLst>
            <pc:docMk/>
            <pc:sldMk cId="4139979778" sldId="362"/>
            <ac:spMk id="5" creationId="{6D604623-656F-A961-75DC-780F3F8EB476}"/>
          </ac:spMkLst>
        </pc:spChg>
        <pc:spChg chg="add mod ord">
          <ac:chgData name="Nip, Jun" userId="57dacbcd-c89d-4019-9ae5-fda89b074e74" providerId="ADAL" clId="{E3A191C1-2A4D-41D8-9532-75AE54770F7B}" dt="2025-11-07T17:09:47.266" v="111" actId="20577"/>
          <ac:spMkLst>
            <pc:docMk/>
            <pc:sldMk cId="4139979778" sldId="362"/>
            <ac:spMk id="6" creationId="{9C0CB607-E3D7-29B3-E3A1-53FBD54AE8BE}"/>
          </ac:spMkLst>
        </pc:spChg>
        <pc:spChg chg="mod">
          <ac:chgData name="Nip, Jun" userId="57dacbcd-c89d-4019-9ae5-fda89b074e74" providerId="ADAL" clId="{E3A191C1-2A4D-41D8-9532-75AE54770F7B}" dt="2025-11-07T17:10:45.481" v="124" actId="20577"/>
          <ac:spMkLst>
            <pc:docMk/>
            <pc:sldMk cId="4139979778" sldId="362"/>
            <ac:spMk id="7" creationId="{28888CCA-69FB-B9C0-E1E9-03939BF2023B}"/>
          </ac:spMkLst>
        </pc:spChg>
        <pc:spChg chg="mod">
          <ac:chgData name="Nip, Jun" userId="57dacbcd-c89d-4019-9ae5-fda89b074e74" providerId="ADAL" clId="{E3A191C1-2A4D-41D8-9532-75AE54770F7B}" dt="2025-11-07T17:12:22.071" v="320" actId="20577"/>
          <ac:spMkLst>
            <pc:docMk/>
            <pc:sldMk cId="4139979778" sldId="362"/>
            <ac:spMk id="8" creationId="{FE63CB06-1981-6607-08E0-EE73477A02FD}"/>
          </ac:spMkLst>
        </pc:spChg>
        <pc:spChg chg="mod">
          <ac:chgData name="Nip, Jun" userId="57dacbcd-c89d-4019-9ae5-fda89b074e74" providerId="ADAL" clId="{E3A191C1-2A4D-41D8-9532-75AE54770F7B}" dt="2025-11-07T17:10:46.850" v="125" actId="20577"/>
          <ac:spMkLst>
            <pc:docMk/>
            <pc:sldMk cId="4139979778" sldId="362"/>
            <ac:spMk id="9" creationId="{4CA694D9-A876-13B0-C1A8-03B5282A4E2C}"/>
          </ac:spMkLst>
        </pc:spChg>
        <pc:spChg chg="mod">
          <ac:chgData name="Nip, Jun" userId="57dacbcd-c89d-4019-9ae5-fda89b074e74" providerId="ADAL" clId="{E3A191C1-2A4D-41D8-9532-75AE54770F7B}" dt="2025-11-07T17:15:42.109" v="532" actId="20577"/>
          <ac:spMkLst>
            <pc:docMk/>
            <pc:sldMk cId="4139979778" sldId="362"/>
            <ac:spMk id="10" creationId="{44CF42B8-46F2-6DDA-DB8D-EE6DF5BE31D1}"/>
          </ac:spMkLst>
        </pc:spChg>
        <pc:spChg chg="mod">
          <ac:chgData name="Nip, Jun" userId="57dacbcd-c89d-4019-9ae5-fda89b074e74" providerId="ADAL" clId="{E3A191C1-2A4D-41D8-9532-75AE54770F7B}" dt="2025-11-07T17:10:47.749" v="126" actId="20577"/>
          <ac:spMkLst>
            <pc:docMk/>
            <pc:sldMk cId="4139979778" sldId="362"/>
            <ac:spMk id="11" creationId="{4E23FD89-98CB-119F-13F8-326937499006}"/>
          </ac:spMkLst>
        </pc:spChg>
        <pc:spChg chg="add mod">
          <ac:chgData name="Nip, Jun" userId="57dacbcd-c89d-4019-9ae5-fda89b074e74" providerId="ADAL" clId="{E3A191C1-2A4D-41D8-9532-75AE54770F7B}" dt="2025-11-07T17:35:54.963" v="1698" actId="1076"/>
          <ac:spMkLst>
            <pc:docMk/>
            <pc:sldMk cId="4139979778" sldId="362"/>
            <ac:spMk id="14" creationId="{3F2A1992-C8DF-2382-8066-9E54A6D08E4C}"/>
          </ac:spMkLst>
        </pc:spChg>
        <pc:spChg chg="add mod">
          <ac:chgData name="Nip, Jun" userId="57dacbcd-c89d-4019-9ae5-fda89b074e74" providerId="ADAL" clId="{E3A191C1-2A4D-41D8-9532-75AE54770F7B}" dt="2025-11-07T18:09:38.178" v="2756" actId="1076"/>
          <ac:spMkLst>
            <pc:docMk/>
            <pc:sldMk cId="4139979778" sldId="362"/>
            <ac:spMk id="15" creationId="{0E1B18B0-2334-8D58-8093-2EDFC6D5A755}"/>
          </ac:spMkLst>
        </pc:spChg>
        <pc:grpChg chg="mod">
          <ac:chgData name="Nip, Jun" userId="57dacbcd-c89d-4019-9ae5-fda89b074e74" providerId="ADAL" clId="{E3A191C1-2A4D-41D8-9532-75AE54770F7B}" dt="2025-11-07T17:13:14.941" v="478" actId="164"/>
          <ac:grpSpMkLst>
            <pc:docMk/>
            <pc:sldMk cId="4139979778" sldId="362"/>
            <ac:grpSpMk id="3" creationId="{57FAC150-5410-044D-7861-FA2CD357B8C4}"/>
          </ac:grpSpMkLst>
        </pc:grpChg>
        <pc:grpChg chg="add mod">
          <ac:chgData name="Nip, Jun" userId="57dacbcd-c89d-4019-9ae5-fda89b074e74" providerId="ADAL" clId="{E3A191C1-2A4D-41D8-9532-75AE54770F7B}" dt="2025-11-07T17:35:47.445" v="1696" actId="14100"/>
          <ac:grpSpMkLst>
            <pc:docMk/>
            <pc:sldMk cId="4139979778" sldId="362"/>
            <ac:grpSpMk id="13" creationId="{0861EAED-4468-8955-542E-0BA71ACE35C8}"/>
          </ac:grpSpMkLst>
        </pc:grpChg>
        <pc:picChg chg="add mod ord">
          <ac:chgData name="Nip, Jun" userId="57dacbcd-c89d-4019-9ae5-fda89b074e74" providerId="ADAL" clId="{E3A191C1-2A4D-41D8-9532-75AE54770F7B}" dt="2025-11-07T17:13:14.941" v="478" actId="164"/>
          <ac:picMkLst>
            <pc:docMk/>
            <pc:sldMk cId="4139979778" sldId="362"/>
            <ac:picMk id="12" creationId="{4C6673A8-F4E6-156B-42B7-2ADC96F7133A}"/>
          </ac:picMkLst>
        </pc:picChg>
      </pc:sldChg>
      <pc:sldChg chg="del">
        <pc:chgData name="Nip, Jun" userId="57dacbcd-c89d-4019-9ae5-fda89b074e74" providerId="ADAL" clId="{E3A191C1-2A4D-41D8-9532-75AE54770F7B}" dt="2025-11-07T17:08:38.817" v="54" actId="47"/>
        <pc:sldMkLst>
          <pc:docMk/>
          <pc:sldMk cId="1566926021" sldId="363"/>
        </pc:sldMkLst>
      </pc:sldChg>
      <pc:sldChg chg="addSp delSp modSp new mod modClrScheme chgLayout">
        <pc:chgData name="Nip, Jun" userId="57dacbcd-c89d-4019-9ae5-fda89b074e74" providerId="ADAL" clId="{E3A191C1-2A4D-41D8-9532-75AE54770F7B}" dt="2025-11-07T18:09:51.212" v="2757"/>
        <pc:sldMkLst>
          <pc:docMk/>
          <pc:sldMk cId="4210973227" sldId="363"/>
        </pc:sldMkLst>
        <pc:spChg chg="mod ord">
          <ac:chgData name="Nip, Jun" userId="57dacbcd-c89d-4019-9ae5-fda89b074e74" providerId="ADAL" clId="{E3A191C1-2A4D-41D8-9532-75AE54770F7B}" dt="2025-11-07T17:22:28.457" v="745" actId="1076"/>
          <ac:spMkLst>
            <pc:docMk/>
            <pc:sldMk cId="4210973227" sldId="363"/>
            <ac:spMk id="2" creationId="{44B32EBF-9AC2-E238-47F1-71B9A5E40116}"/>
          </ac:spMkLst>
        </pc:spChg>
        <pc:spChg chg="mod ord">
          <ac:chgData name="Nip, Jun" userId="57dacbcd-c89d-4019-9ae5-fda89b074e74" providerId="ADAL" clId="{E3A191C1-2A4D-41D8-9532-75AE54770F7B}" dt="2025-11-07T17:17:42.109" v="567" actId="700"/>
          <ac:spMkLst>
            <pc:docMk/>
            <pc:sldMk cId="4210973227" sldId="363"/>
            <ac:spMk id="3" creationId="{56E15A8F-B5EF-E114-27E1-F60C025E08D6}"/>
          </ac:spMkLst>
        </pc:spChg>
        <pc:spChg chg="add del mod ord">
          <ac:chgData name="Nip, Jun" userId="57dacbcd-c89d-4019-9ae5-fda89b074e74" providerId="ADAL" clId="{E3A191C1-2A4D-41D8-9532-75AE54770F7B}" dt="2025-11-07T17:19:09.644" v="657" actId="20577"/>
          <ac:spMkLst>
            <pc:docMk/>
            <pc:sldMk cId="4210973227" sldId="363"/>
            <ac:spMk id="7" creationId="{232D9DC7-218B-1B50-12D2-B4ACAA2ABDED}"/>
          </ac:spMkLst>
        </pc:spChg>
        <pc:spChg chg="mod topLvl">
          <ac:chgData name="Nip, Jun" userId="57dacbcd-c89d-4019-9ae5-fda89b074e74" providerId="ADAL" clId="{E3A191C1-2A4D-41D8-9532-75AE54770F7B}" dt="2025-11-07T17:22:09.883" v="741" actId="164"/>
          <ac:spMkLst>
            <pc:docMk/>
            <pc:sldMk cId="4210973227" sldId="363"/>
            <ac:spMk id="13" creationId="{1E103199-AA69-ED5E-0B7A-BF70784CFEDF}"/>
          </ac:spMkLst>
        </pc:spChg>
        <pc:spChg chg="mod topLvl">
          <ac:chgData name="Nip, Jun" userId="57dacbcd-c89d-4019-9ae5-fda89b074e74" providerId="ADAL" clId="{E3A191C1-2A4D-41D8-9532-75AE54770F7B}" dt="2025-11-07T17:22:09.883" v="741" actId="164"/>
          <ac:spMkLst>
            <pc:docMk/>
            <pc:sldMk cId="4210973227" sldId="363"/>
            <ac:spMk id="14" creationId="{B66E2E50-D646-8B69-7C54-FFF6DB801821}"/>
          </ac:spMkLst>
        </pc:spChg>
        <pc:spChg chg="mod topLvl">
          <ac:chgData name="Nip, Jun" userId="57dacbcd-c89d-4019-9ae5-fda89b074e74" providerId="ADAL" clId="{E3A191C1-2A4D-41D8-9532-75AE54770F7B}" dt="2025-11-07T17:59:23.664" v="2646"/>
          <ac:spMkLst>
            <pc:docMk/>
            <pc:sldMk cId="4210973227" sldId="363"/>
            <ac:spMk id="15" creationId="{4C9007DA-229B-B0E7-016F-B55E9A380177}"/>
          </ac:spMkLst>
        </pc:spChg>
        <pc:spChg chg="mod topLvl">
          <ac:chgData name="Nip, Jun" userId="57dacbcd-c89d-4019-9ae5-fda89b074e74" providerId="ADAL" clId="{E3A191C1-2A4D-41D8-9532-75AE54770F7B}" dt="2025-11-07T17:59:07.005" v="2645"/>
          <ac:spMkLst>
            <pc:docMk/>
            <pc:sldMk cId="4210973227" sldId="363"/>
            <ac:spMk id="16" creationId="{F6A741D8-B783-5924-D5FD-3DBD8D3C6510}"/>
          </ac:spMkLst>
        </pc:spChg>
        <pc:spChg chg="mod topLvl">
          <ac:chgData name="Nip, Jun" userId="57dacbcd-c89d-4019-9ae5-fda89b074e74" providerId="ADAL" clId="{E3A191C1-2A4D-41D8-9532-75AE54770F7B}" dt="2025-11-07T17:59:39.662" v="2648"/>
          <ac:spMkLst>
            <pc:docMk/>
            <pc:sldMk cId="4210973227" sldId="363"/>
            <ac:spMk id="17" creationId="{83652E56-97AF-CD12-C4C1-937184D916BC}"/>
          </ac:spMkLst>
        </pc:spChg>
        <pc:spChg chg="mod topLvl">
          <ac:chgData name="Nip, Jun" userId="57dacbcd-c89d-4019-9ae5-fda89b074e74" providerId="ADAL" clId="{E3A191C1-2A4D-41D8-9532-75AE54770F7B}" dt="2025-11-07T17:59:34.239" v="2647"/>
          <ac:spMkLst>
            <pc:docMk/>
            <pc:sldMk cId="4210973227" sldId="363"/>
            <ac:spMk id="18" creationId="{A8851CD2-C279-4CA6-4AAB-38E90BFCA10D}"/>
          </ac:spMkLst>
        </pc:spChg>
        <pc:spChg chg="mod topLvl">
          <ac:chgData name="Nip, Jun" userId="57dacbcd-c89d-4019-9ae5-fda89b074e74" providerId="ADAL" clId="{E3A191C1-2A4D-41D8-9532-75AE54770F7B}" dt="2025-11-07T17:59:51.065" v="2650"/>
          <ac:spMkLst>
            <pc:docMk/>
            <pc:sldMk cId="4210973227" sldId="363"/>
            <ac:spMk id="19" creationId="{58738D74-1223-3739-3318-C74A61883847}"/>
          </ac:spMkLst>
        </pc:spChg>
        <pc:spChg chg="mod topLvl">
          <ac:chgData name="Nip, Jun" userId="57dacbcd-c89d-4019-9ae5-fda89b074e74" providerId="ADAL" clId="{E3A191C1-2A4D-41D8-9532-75AE54770F7B}" dt="2025-11-07T17:59:45.798" v="2649"/>
          <ac:spMkLst>
            <pc:docMk/>
            <pc:sldMk cId="4210973227" sldId="363"/>
            <ac:spMk id="20" creationId="{F7E463DA-7B72-8AAC-0F17-8A22D49492A6}"/>
          </ac:spMkLst>
        </pc:spChg>
        <pc:spChg chg="add mod">
          <ac:chgData name="Nip, Jun" userId="57dacbcd-c89d-4019-9ae5-fda89b074e74" providerId="ADAL" clId="{E3A191C1-2A4D-41D8-9532-75AE54770F7B}" dt="2025-11-07T17:25:04.637" v="794" actId="122"/>
          <ac:spMkLst>
            <pc:docMk/>
            <pc:sldMk cId="4210973227" sldId="363"/>
            <ac:spMk id="25" creationId="{0C5CE95B-0FF0-F285-851B-1AD7470C03C8}"/>
          </ac:spMkLst>
        </pc:spChg>
        <pc:spChg chg="add mod">
          <ac:chgData name="Nip, Jun" userId="57dacbcd-c89d-4019-9ae5-fda89b074e74" providerId="ADAL" clId="{E3A191C1-2A4D-41D8-9532-75AE54770F7B}" dt="2025-11-07T18:09:51.212" v="2757"/>
          <ac:spMkLst>
            <pc:docMk/>
            <pc:sldMk cId="4210973227" sldId="363"/>
            <ac:spMk id="26" creationId="{555E131D-DC7A-621B-121F-0A0C68A14E92}"/>
          </ac:spMkLst>
        </pc:spChg>
        <pc:grpChg chg="add mod">
          <ac:chgData name="Nip, Jun" userId="57dacbcd-c89d-4019-9ae5-fda89b074e74" providerId="ADAL" clId="{E3A191C1-2A4D-41D8-9532-75AE54770F7B}" dt="2025-11-07T17:22:28.457" v="745" actId="1076"/>
          <ac:grpSpMkLst>
            <pc:docMk/>
            <pc:sldMk cId="4210973227" sldId="363"/>
            <ac:grpSpMk id="21" creationId="{396864A3-33AB-C580-8D4F-00D0982C9671}"/>
          </ac:grpSpMkLst>
        </pc:grpChg>
        <pc:grpChg chg="add mod">
          <ac:chgData name="Nip, Jun" userId="57dacbcd-c89d-4019-9ae5-fda89b074e74" providerId="ADAL" clId="{E3A191C1-2A4D-41D8-9532-75AE54770F7B}" dt="2025-11-07T17:22:28.457" v="745" actId="1076"/>
          <ac:grpSpMkLst>
            <pc:docMk/>
            <pc:sldMk cId="4210973227" sldId="363"/>
            <ac:grpSpMk id="22" creationId="{50D3755D-C79E-E19B-CF99-CD1C84BD77F9}"/>
          </ac:grpSpMkLst>
        </pc:grpChg>
        <pc:grpChg chg="add mod">
          <ac:chgData name="Nip, Jun" userId="57dacbcd-c89d-4019-9ae5-fda89b074e74" providerId="ADAL" clId="{E3A191C1-2A4D-41D8-9532-75AE54770F7B}" dt="2025-11-07T17:22:28.457" v="745" actId="1076"/>
          <ac:grpSpMkLst>
            <pc:docMk/>
            <pc:sldMk cId="4210973227" sldId="363"/>
            <ac:grpSpMk id="23" creationId="{62E86923-FE19-D441-DBE9-4B82AF3D913F}"/>
          </ac:grpSpMkLst>
        </pc:grpChg>
        <pc:grpChg chg="add mod">
          <ac:chgData name="Nip, Jun" userId="57dacbcd-c89d-4019-9ae5-fda89b074e74" providerId="ADAL" clId="{E3A191C1-2A4D-41D8-9532-75AE54770F7B}" dt="2025-11-07T17:22:28.457" v="745" actId="1076"/>
          <ac:grpSpMkLst>
            <pc:docMk/>
            <pc:sldMk cId="4210973227" sldId="363"/>
            <ac:grpSpMk id="24" creationId="{0E198DCD-4F4C-D958-CF43-152488DEB4BD}"/>
          </ac:grpSpMkLst>
        </pc:grpChg>
      </pc:sldChg>
      <pc:sldChg chg="addSp delSp modSp add mod">
        <pc:chgData name="Nip, Jun" userId="57dacbcd-c89d-4019-9ae5-fda89b074e74" providerId="ADAL" clId="{E3A191C1-2A4D-41D8-9532-75AE54770F7B}" dt="2025-11-12T16:33:29.673" v="2786" actId="20577"/>
        <pc:sldMkLst>
          <pc:docMk/>
          <pc:sldMk cId="193501919" sldId="364"/>
        </pc:sldMkLst>
        <pc:spChg chg="mod">
          <ac:chgData name="Nip, Jun" userId="57dacbcd-c89d-4019-9ae5-fda89b074e74" providerId="ADAL" clId="{E3A191C1-2A4D-41D8-9532-75AE54770F7B}" dt="2025-11-07T17:25:11.431" v="797" actId="20577"/>
          <ac:spMkLst>
            <pc:docMk/>
            <pc:sldMk cId="193501919" sldId="364"/>
            <ac:spMk id="3" creationId="{93B7048D-B3FA-EB72-FE71-98385C5D9909}"/>
          </ac:spMkLst>
        </pc:spChg>
        <pc:spChg chg="mod">
          <ac:chgData name="Nip, Jun" userId="57dacbcd-c89d-4019-9ae5-fda89b074e74" providerId="ADAL" clId="{E3A191C1-2A4D-41D8-9532-75AE54770F7B}" dt="2025-11-07T17:26:49.455" v="868" actId="6549"/>
          <ac:spMkLst>
            <pc:docMk/>
            <pc:sldMk cId="193501919" sldId="364"/>
            <ac:spMk id="7" creationId="{2FA5D8D9-80D2-7D52-4BD7-128598DFCA44}"/>
          </ac:spMkLst>
        </pc:spChg>
        <pc:spChg chg="add mod">
          <ac:chgData name="Nip, Jun" userId="57dacbcd-c89d-4019-9ae5-fda89b074e74" providerId="ADAL" clId="{E3A191C1-2A4D-41D8-9532-75AE54770F7B}" dt="2025-11-07T18:09:55.987" v="2760"/>
          <ac:spMkLst>
            <pc:docMk/>
            <pc:sldMk cId="193501919" sldId="364"/>
            <ac:spMk id="9" creationId="{4F21EC07-FB52-A897-5B68-51CB8E4C7507}"/>
          </ac:spMkLst>
        </pc:spChg>
        <pc:spChg chg="mod">
          <ac:chgData name="Nip, Jun" userId="57dacbcd-c89d-4019-9ae5-fda89b074e74" providerId="ADAL" clId="{E3A191C1-2A4D-41D8-9532-75AE54770F7B}" dt="2025-11-07T18:01:09.917" v="2656"/>
          <ac:spMkLst>
            <pc:docMk/>
            <pc:sldMk cId="193501919" sldId="364"/>
            <ac:spMk id="13" creationId="{F91B4C6B-756F-F9CC-090A-77EE5D91BCE8}"/>
          </ac:spMkLst>
        </pc:spChg>
        <pc:spChg chg="mod">
          <ac:chgData name="Nip, Jun" userId="57dacbcd-c89d-4019-9ae5-fda89b074e74" providerId="ADAL" clId="{E3A191C1-2A4D-41D8-9532-75AE54770F7B}" dt="2025-11-07T18:01:04.700" v="2655"/>
          <ac:spMkLst>
            <pc:docMk/>
            <pc:sldMk cId="193501919" sldId="364"/>
            <ac:spMk id="14" creationId="{3C35A787-6894-B98B-8855-86B17C5D8777}"/>
          </ac:spMkLst>
        </pc:spChg>
        <pc:spChg chg="mod">
          <ac:chgData name="Nip, Jun" userId="57dacbcd-c89d-4019-9ae5-fda89b074e74" providerId="ADAL" clId="{E3A191C1-2A4D-41D8-9532-75AE54770F7B}" dt="2025-11-12T16:33:29.673" v="2786" actId="20577"/>
          <ac:spMkLst>
            <pc:docMk/>
            <pc:sldMk cId="193501919" sldId="364"/>
            <ac:spMk id="15" creationId="{39880DE4-BB80-8DB5-8F8D-C1BE9765B961}"/>
          </ac:spMkLst>
        </pc:spChg>
        <pc:spChg chg="mod">
          <ac:chgData name="Nip, Jun" userId="57dacbcd-c89d-4019-9ae5-fda89b074e74" providerId="ADAL" clId="{E3A191C1-2A4D-41D8-9532-75AE54770F7B}" dt="2025-11-07T18:00:50.658" v="2653"/>
          <ac:spMkLst>
            <pc:docMk/>
            <pc:sldMk cId="193501919" sldId="364"/>
            <ac:spMk id="16" creationId="{9C48E1DF-44D0-D5D6-E303-D8EC3AFD732A}"/>
          </ac:spMkLst>
        </pc:spChg>
        <pc:spChg chg="mod">
          <ac:chgData name="Nip, Jun" userId="57dacbcd-c89d-4019-9ae5-fda89b074e74" providerId="ADAL" clId="{E3A191C1-2A4D-41D8-9532-75AE54770F7B}" dt="2025-11-07T18:01:20.641" v="2658"/>
          <ac:spMkLst>
            <pc:docMk/>
            <pc:sldMk cId="193501919" sldId="364"/>
            <ac:spMk id="17" creationId="{92535ED9-6921-7E33-B22A-7DF7395D42C4}"/>
          </ac:spMkLst>
        </pc:spChg>
        <pc:spChg chg="mod">
          <ac:chgData name="Nip, Jun" userId="57dacbcd-c89d-4019-9ae5-fda89b074e74" providerId="ADAL" clId="{E3A191C1-2A4D-41D8-9532-75AE54770F7B}" dt="2025-11-07T18:01:15.901" v="2657"/>
          <ac:spMkLst>
            <pc:docMk/>
            <pc:sldMk cId="193501919" sldId="364"/>
            <ac:spMk id="18" creationId="{92FF524A-CAF5-2D74-0214-176ADFF3A9E8}"/>
          </ac:spMkLst>
        </pc:spChg>
        <pc:spChg chg="mod">
          <ac:chgData name="Nip, Jun" userId="57dacbcd-c89d-4019-9ae5-fda89b074e74" providerId="ADAL" clId="{E3A191C1-2A4D-41D8-9532-75AE54770F7B}" dt="2025-11-07T18:01:32.501" v="2660"/>
          <ac:spMkLst>
            <pc:docMk/>
            <pc:sldMk cId="193501919" sldId="364"/>
            <ac:spMk id="19" creationId="{B528DB2C-0192-99F3-418B-EB4D309813C9}"/>
          </ac:spMkLst>
        </pc:spChg>
        <pc:spChg chg="mod">
          <ac:chgData name="Nip, Jun" userId="57dacbcd-c89d-4019-9ae5-fda89b074e74" providerId="ADAL" clId="{E3A191C1-2A4D-41D8-9532-75AE54770F7B}" dt="2025-11-07T18:01:27.090" v="2659"/>
          <ac:spMkLst>
            <pc:docMk/>
            <pc:sldMk cId="193501919" sldId="364"/>
            <ac:spMk id="20" creationId="{14BF11AA-47E8-1ABE-C8D1-7A1D2CF8C210}"/>
          </ac:spMkLst>
        </pc:spChg>
      </pc:sldChg>
      <pc:sldChg chg="del">
        <pc:chgData name="Nip, Jun" userId="57dacbcd-c89d-4019-9ae5-fda89b074e74" providerId="ADAL" clId="{E3A191C1-2A4D-41D8-9532-75AE54770F7B}" dt="2025-11-07T17:08:38.817" v="54" actId="47"/>
        <pc:sldMkLst>
          <pc:docMk/>
          <pc:sldMk cId="974151746" sldId="364"/>
        </pc:sldMkLst>
      </pc:sldChg>
      <pc:sldChg chg="add del">
        <pc:chgData name="Nip, Jun" userId="57dacbcd-c89d-4019-9ae5-fda89b074e74" providerId="ADAL" clId="{E3A191C1-2A4D-41D8-9532-75AE54770F7B}" dt="2025-11-07T17:16:50.579" v="560" actId="47"/>
        <pc:sldMkLst>
          <pc:docMk/>
          <pc:sldMk cId="2490586529" sldId="364"/>
        </pc:sldMkLst>
      </pc:sldChg>
      <pc:sldChg chg="add del">
        <pc:chgData name="Nip, Jun" userId="57dacbcd-c89d-4019-9ae5-fda89b074e74" providerId="ADAL" clId="{E3A191C1-2A4D-41D8-9532-75AE54770F7B}" dt="2025-11-07T17:16:49.241" v="559" actId="47"/>
        <pc:sldMkLst>
          <pc:docMk/>
          <pc:sldMk cId="1766881992" sldId="365"/>
        </pc:sldMkLst>
      </pc:sldChg>
      <pc:sldChg chg="addSp delSp modSp add mod">
        <pc:chgData name="Nip, Jun" userId="57dacbcd-c89d-4019-9ae5-fda89b074e74" providerId="ADAL" clId="{E3A191C1-2A4D-41D8-9532-75AE54770F7B}" dt="2025-11-07T18:10:00.145" v="2763"/>
        <pc:sldMkLst>
          <pc:docMk/>
          <pc:sldMk cId="3028916361" sldId="365"/>
        </pc:sldMkLst>
        <pc:spChg chg="mod">
          <ac:chgData name="Nip, Jun" userId="57dacbcd-c89d-4019-9ae5-fda89b074e74" providerId="ADAL" clId="{E3A191C1-2A4D-41D8-9532-75AE54770F7B}" dt="2025-11-07T17:28:25.623" v="1167" actId="20577"/>
          <ac:spMkLst>
            <pc:docMk/>
            <pc:sldMk cId="3028916361" sldId="365"/>
            <ac:spMk id="3" creationId="{10C108EB-9DD6-E6F9-C60B-82B13C8558DB}"/>
          </ac:spMkLst>
        </pc:spChg>
        <pc:spChg chg="add mod">
          <ac:chgData name="Nip, Jun" userId="57dacbcd-c89d-4019-9ae5-fda89b074e74" providerId="ADAL" clId="{E3A191C1-2A4D-41D8-9532-75AE54770F7B}" dt="2025-11-07T18:10:00.145" v="2763"/>
          <ac:spMkLst>
            <pc:docMk/>
            <pc:sldMk cId="3028916361" sldId="365"/>
            <ac:spMk id="5" creationId="{A85DB90C-693C-CF2A-5412-10BCCA8DB97D}"/>
          </ac:spMkLst>
        </pc:spChg>
        <pc:spChg chg="mod">
          <ac:chgData name="Nip, Jun" userId="57dacbcd-c89d-4019-9ae5-fda89b074e74" providerId="ADAL" clId="{E3A191C1-2A4D-41D8-9532-75AE54770F7B}" dt="2025-11-07T17:29:19.357" v="1202" actId="20577"/>
          <ac:spMkLst>
            <pc:docMk/>
            <pc:sldMk cId="3028916361" sldId="365"/>
            <ac:spMk id="7" creationId="{279C023D-C17B-2DD1-C561-670D52187802}"/>
          </ac:spMkLst>
        </pc:spChg>
        <pc:spChg chg="mod">
          <ac:chgData name="Nip, Jun" userId="57dacbcd-c89d-4019-9ae5-fda89b074e74" providerId="ADAL" clId="{E3A191C1-2A4D-41D8-9532-75AE54770F7B}" dt="2025-11-07T18:02:20.280" v="2665"/>
          <ac:spMkLst>
            <pc:docMk/>
            <pc:sldMk cId="3028916361" sldId="365"/>
            <ac:spMk id="13" creationId="{E7C5F346-4DC0-A334-3CC9-4F546DF51824}"/>
          </ac:spMkLst>
        </pc:spChg>
        <pc:spChg chg="mod">
          <ac:chgData name="Nip, Jun" userId="57dacbcd-c89d-4019-9ae5-fda89b074e74" providerId="ADAL" clId="{E3A191C1-2A4D-41D8-9532-75AE54770F7B}" dt="2025-11-07T18:02:14.119" v="2664"/>
          <ac:spMkLst>
            <pc:docMk/>
            <pc:sldMk cId="3028916361" sldId="365"/>
            <ac:spMk id="14" creationId="{7D193004-1625-0CCE-7403-9052C91747C9}"/>
          </ac:spMkLst>
        </pc:spChg>
        <pc:spChg chg="mod">
          <ac:chgData name="Nip, Jun" userId="57dacbcd-c89d-4019-9ae5-fda89b074e74" providerId="ADAL" clId="{E3A191C1-2A4D-41D8-9532-75AE54770F7B}" dt="2025-11-07T18:02:33.355" v="2667"/>
          <ac:spMkLst>
            <pc:docMk/>
            <pc:sldMk cId="3028916361" sldId="365"/>
            <ac:spMk id="15" creationId="{13B478A7-440E-632A-54D5-226B7520B12A}"/>
          </ac:spMkLst>
        </pc:spChg>
        <pc:spChg chg="mod">
          <ac:chgData name="Nip, Jun" userId="57dacbcd-c89d-4019-9ae5-fda89b074e74" providerId="ADAL" clId="{E3A191C1-2A4D-41D8-9532-75AE54770F7B}" dt="2025-11-07T18:02:26.890" v="2666"/>
          <ac:spMkLst>
            <pc:docMk/>
            <pc:sldMk cId="3028916361" sldId="365"/>
            <ac:spMk id="16" creationId="{FCD893F4-4E13-B45C-0493-1540F7D7F048}"/>
          </ac:spMkLst>
        </pc:spChg>
        <pc:spChg chg="mod">
          <ac:chgData name="Nip, Jun" userId="57dacbcd-c89d-4019-9ae5-fda89b074e74" providerId="ADAL" clId="{E3A191C1-2A4D-41D8-9532-75AE54770F7B}" dt="2025-11-07T18:02:45.860" v="2669"/>
          <ac:spMkLst>
            <pc:docMk/>
            <pc:sldMk cId="3028916361" sldId="365"/>
            <ac:spMk id="17" creationId="{2FD513EE-BE68-2F58-6C48-49810684F556}"/>
          </ac:spMkLst>
        </pc:spChg>
        <pc:spChg chg="mod">
          <ac:chgData name="Nip, Jun" userId="57dacbcd-c89d-4019-9ae5-fda89b074e74" providerId="ADAL" clId="{E3A191C1-2A4D-41D8-9532-75AE54770F7B}" dt="2025-11-07T18:02:40.071" v="2668"/>
          <ac:spMkLst>
            <pc:docMk/>
            <pc:sldMk cId="3028916361" sldId="365"/>
            <ac:spMk id="18" creationId="{9B63BC20-0F7A-034B-8DDB-88317B15F277}"/>
          </ac:spMkLst>
        </pc:spChg>
        <pc:spChg chg="mod">
          <ac:chgData name="Nip, Jun" userId="57dacbcd-c89d-4019-9ae5-fda89b074e74" providerId="ADAL" clId="{E3A191C1-2A4D-41D8-9532-75AE54770F7B}" dt="2025-11-07T18:02:59.670" v="2671"/>
          <ac:spMkLst>
            <pc:docMk/>
            <pc:sldMk cId="3028916361" sldId="365"/>
            <ac:spMk id="19" creationId="{0BCC0672-2A20-732C-BC79-9D6F5DE272D7}"/>
          </ac:spMkLst>
        </pc:spChg>
        <pc:spChg chg="mod">
          <ac:chgData name="Nip, Jun" userId="57dacbcd-c89d-4019-9ae5-fda89b074e74" providerId="ADAL" clId="{E3A191C1-2A4D-41D8-9532-75AE54770F7B}" dt="2025-11-07T18:02:53.156" v="2670"/>
          <ac:spMkLst>
            <pc:docMk/>
            <pc:sldMk cId="3028916361" sldId="365"/>
            <ac:spMk id="20" creationId="{69B49E2C-3A82-7C47-2B23-C016459AC929}"/>
          </ac:spMkLst>
        </pc:spChg>
      </pc:sldChg>
      <pc:sldChg chg="addSp modSp add mod">
        <pc:chgData name="Nip, Jun" userId="57dacbcd-c89d-4019-9ae5-fda89b074e74" providerId="ADAL" clId="{E3A191C1-2A4D-41D8-9532-75AE54770F7B}" dt="2025-11-07T18:10:08.277" v="2767"/>
        <pc:sldMkLst>
          <pc:docMk/>
          <pc:sldMk cId="569675163" sldId="366"/>
        </pc:sldMkLst>
        <pc:spChg chg="mod">
          <ac:chgData name="Nip, Jun" userId="57dacbcd-c89d-4019-9ae5-fda89b074e74" providerId="ADAL" clId="{E3A191C1-2A4D-41D8-9532-75AE54770F7B}" dt="2025-11-07T17:30:27.326" v="1392" actId="20577"/>
          <ac:spMkLst>
            <pc:docMk/>
            <pc:sldMk cId="569675163" sldId="366"/>
            <ac:spMk id="3" creationId="{B3550BEE-2078-FE41-3CA1-2AE8ECF16E3B}"/>
          </ac:spMkLst>
        </pc:spChg>
        <pc:spChg chg="add mod">
          <ac:chgData name="Nip, Jun" userId="57dacbcd-c89d-4019-9ae5-fda89b074e74" providerId="ADAL" clId="{E3A191C1-2A4D-41D8-9532-75AE54770F7B}" dt="2025-11-07T18:10:08.277" v="2767"/>
          <ac:spMkLst>
            <pc:docMk/>
            <pc:sldMk cId="569675163" sldId="366"/>
            <ac:spMk id="4" creationId="{F8262498-7D05-6AEE-DF71-6E93A1E94189}"/>
          </ac:spMkLst>
        </pc:spChg>
        <pc:spChg chg="mod">
          <ac:chgData name="Nip, Jun" userId="57dacbcd-c89d-4019-9ae5-fda89b074e74" providerId="ADAL" clId="{E3A191C1-2A4D-41D8-9532-75AE54770F7B}" dt="2025-11-07T17:30:42.200" v="1480" actId="20577"/>
          <ac:spMkLst>
            <pc:docMk/>
            <pc:sldMk cId="569675163" sldId="366"/>
            <ac:spMk id="7" creationId="{B267D7CF-AFFF-5C3A-DF03-33B7AA1F7D6D}"/>
          </ac:spMkLst>
        </pc:spChg>
        <pc:spChg chg="mod">
          <ac:chgData name="Nip, Jun" userId="57dacbcd-c89d-4019-9ae5-fda89b074e74" providerId="ADAL" clId="{E3A191C1-2A4D-41D8-9532-75AE54770F7B}" dt="2025-11-07T18:03:40.248" v="2676"/>
          <ac:spMkLst>
            <pc:docMk/>
            <pc:sldMk cId="569675163" sldId="366"/>
            <ac:spMk id="13" creationId="{0A3305A7-99ED-E84F-F050-4D2EA61CFB32}"/>
          </ac:spMkLst>
        </pc:spChg>
        <pc:spChg chg="mod">
          <ac:chgData name="Nip, Jun" userId="57dacbcd-c89d-4019-9ae5-fda89b074e74" providerId="ADAL" clId="{E3A191C1-2A4D-41D8-9532-75AE54770F7B}" dt="2025-11-07T18:03:34.671" v="2675"/>
          <ac:spMkLst>
            <pc:docMk/>
            <pc:sldMk cId="569675163" sldId="366"/>
            <ac:spMk id="14" creationId="{9047F882-060B-FF02-C005-72AD54234814}"/>
          </ac:spMkLst>
        </pc:spChg>
        <pc:spChg chg="mod">
          <ac:chgData name="Nip, Jun" userId="57dacbcd-c89d-4019-9ae5-fda89b074e74" providerId="ADAL" clId="{E3A191C1-2A4D-41D8-9532-75AE54770F7B}" dt="2025-11-07T18:03:56.387" v="2678"/>
          <ac:spMkLst>
            <pc:docMk/>
            <pc:sldMk cId="569675163" sldId="366"/>
            <ac:spMk id="15" creationId="{99240AC1-AE86-937E-C356-65E60929F3AA}"/>
          </ac:spMkLst>
        </pc:spChg>
        <pc:spChg chg="mod">
          <ac:chgData name="Nip, Jun" userId="57dacbcd-c89d-4019-9ae5-fda89b074e74" providerId="ADAL" clId="{E3A191C1-2A4D-41D8-9532-75AE54770F7B}" dt="2025-11-07T18:03:50.391" v="2677"/>
          <ac:spMkLst>
            <pc:docMk/>
            <pc:sldMk cId="569675163" sldId="366"/>
            <ac:spMk id="16" creationId="{B1F0CD57-652E-1FFA-4ECB-4601677DB09A}"/>
          </ac:spMkLst>
        </pc:spChg>
        <pc:spChg chg="mod">
          <ac:chgData name="Nip, Jun" userId="57dacbcd-c89d-4019-9ae5-fda89b074e74" providerId="ADAL" clId="{E3A191C1-2A4D-41D8-9532-75AE54770F7B}" dt="2025-11-07T18:04:12.307" v="2680"/>
          <ac:spMkLst>
            <pc:docMk/>
            <pc:sldMk cId="569675163" sldId="366"/>
            <ac:spMk id="17" creationId="{2CC00ABE-2544-A7CA-905B-A709C7EE4075}"/>
          </ac:spMkLst>
        </pc:spChg>
        <pc:spChg chg="mod">
          <ac:chgData name="Nip, Jun" userId="57dacbcd-c89d-4019-9ae5-fda89b074e74" providerId="ADAL" clId="{E3A191C1-2A4D-41D8-9532-75AE54770F7B}" dt="2025-11-07T18:04:06.621" v="2679"/>
          <ac:spMkLst>
            <pc:docMk/>
            <pc:sldMk cId="569675163" sldId="366"/>
            <ac:spMk id="18" creationId="{69E1B992-2C54-55B3-63BB-EB0C6A77CE31}"/>
          </ac:spMkLst>
        </pc:spChg>
        <pc:spChg chg="mod">
          <ac:chgData name="Nip, Jun" userId="57dacbcd-c89d-4019-9ae5-fda89b074e74" providerId="ADAL" clId="{E3A191C1-2A4D-41D8-9532-75AE54770F7B}" dt="2025-11-07T18:04:24.980" v="2682"/>
          <ac:spMkLst>
            <pc:docMk/>
            <pc:sldMk cId="569675163" sldId="366"/>
            <ac:spMk id="19" creationId="{91C2CFF9-894D-A087-483E-376EEBE75538}"/>
          </ac:spMkLst>
        </pc:spChg>
        <pc:spChg chg="mod">
          <ac:chgData name="Nip, Jun" userId="57dacbcd-c89d-4019-9ae5-fda89b074e74" providerId="ADAL" clId="{E3A191C1-2A4D-41D8-9532-75AE54770F7B}" dt="2025-11-07T18:04:18.518" v="2681"/>
          <ac:spMkLst>
            <pc:docMk/>
            <pc:sldMk cId="569675163" sldId="366"/>
            <ac:spMk id="20" creationId="{2D6A27BF-654F-8B49-2045-DA8CC601F178}"/>
          </ac:spMkLst>
        </pc:spChg>
      </pc:sldChg>
      <pc:sldChg chg="del">
        <pc:chgData name="Nip, Jun" userId="57dacbcd-c89d-4019-9ae5-fda89b074e74" providerId="ADAL" clId="{E3A191C1-2A4D-41D8-9532-75AE54770F7B}" dt="2025-11-07T17:08:38.817" v="54" actId="47"/>
        <pc:sldMkLst>
          <pc:docMk/>
          <pc:sldMk cId="2915018994" sldId="367"/>
        </pc:sldMkLst>
      </pc:sldChg>
      <pc:sldChg chg="addSp delSp modSp new mod ord modClrScheme chgLayout">
        <pc:chgData name="Nip, Jun" userId="57dacbcd-c89d-4019-9ae5-fda89b074e74" providerId="ADAL" clId="{E3A191C1-2A4D-41D8-9532-75AE54770F7B}" dt="2025-11-07T18:09:53.111" v="2758"/>
        <pc:sldMkLst>
          <pc:docMk/>
          <pc:sldMk cId="3083685256" sldId="367"/>
        </pc:sldMkLst>
        <pc:spChg chg="mod ord">
          <ac:chgData name="Nip, Jun" userId="57dacbcd-c89d-4019-9ae5-fda89b074e74" providerId="ADAL" clId="{E3A191C1-2A4D-41D8-9532-75AE54770F7B}" dt="2025-11-07T17:31:35.798" v="1653" actId="700"/>
          <ac:spMkLst>
            <pc:docMk/>
            <pc:sldMk cId="3083685256" sldId="367"/>
            <ac:spMk id="2" creationId="{A8A64733-D840-DC29-663A-E33238E99EDA}"/>
          </ac:spMkLst>
        </pc:spChg>
        <pc:spChg chg="add mod ord">
          <ac:chgData name="Nip, Jun" userId="57dacbcd-c89d-4019-9ae5-fda89b074e74" providerId="ADAL" clId="{E3A191C1-2A4D-41D8-9532-75AE54770F7B}" dt="2025-11-07T17:42:11.123" v="1828" actId="20577"/>
          <ac:spMkLst>
            <pc:docMk/>
            <pc:sldMk cId="3083685256" sldId="367"/>
            <ac:spMk id="7" creationId="{F438B532-D4A3-111F-2A7B-504609E7F11E}"/>
          </ac:spMkLst>
        </pc:spChg>
        <pc:spChg chg="add mod">
          <ac:chgData name="Nip, Jun" userId="57dacbcd-c89d-4019-9ae5-fda89b074e74" providerId="ADAL" clId="{E3A191C1-2A4D-41D8-9532-75AE54770F7B}" dt="2025-11-07T18:00:06.606" v="2651"/>
          <ac:spMkLst>
            <pc:docMk/>
            <pc:sldMk cId="3083685256" sldId="367"/>
            <ac:spMk id="8" creationId="{8AFBDABF-B9ED-D0EF-6A2F-AB0235E233A0}"/>
          </ac:spMkLst>
        </pc:spChg>
        <pc:spChg chg="add mod">
          <ac:chgData name="Nip, Jun" userId="57dacbcd-c89d-4019-9ae5-fda89b074e74" providerId="ADAL" clId="{E3A191C1-2A4D-41D8-9532-75AE54770F7B}" dt="2025-11-07T18:09:53.111" v="2758"/>
          <ac:spMkLst>
            <pc:docMk/>
            <pc:sldMk cId="3083685256" sldId="367"/>
            <ac:spMk id="9" creationId="{5DF6CCEA-74DA-4147-1DCD-BEA7966F36B7}"/>
          </ac:spMkLst>
        </pc:spChg>
      </pc:sldChg>
      <pc:sldChg chg="addSp modSp add mod">
        <pc:chgData name="Nip, Jun" userId="57dacbcd-c89d-4019-9ae5-fda89b074e74" providerId="ADAL" clId="{E3A191C1-2A4D-41D8-9532-75AE54770F7B}" dt="2025-11-07T18:09:57.539" v="2761"/>
        <pc:sldMkLst>
          <pc:docMk/>
          <pc:sldMk cId="1072212465" sldId="368"/>
        </pc:sldMkLst>
        <pc:spChg chg="add mod">
          <ac:chgData name="Nip, Jun" userId="57dacbcd-c89d-4019-9ae5-fda89b074e74" providerId="ADAL" clId="{E3A191C1-2A4D-41D8-9532-75AE54770F7B}" dt="2025-11-07T18:09:57.539" v="2761"/>
          <ac:spMkLst>
            <pc:docMk/>
            <pc:sldMk cId="1072212465" sldId="368"/>
            <ac:spMk id="3" creationId="{F86AC3CD-E2DE-7DFD-DDB8-3EB3DAC3B90B}"/>
          </ac:spMkLst>
        </pc:spChg>
        <pc:spChg chg="mod">
          <ac:chgData name="Nip, Jun" userId="57dacbcd-c89d-4019-9ae5-fda89b074e74" providerId="ADAL" clId="{E3A191C1-2A4D-41D8-9532-75AE54770F7B}" dt="2025-11-07T17:43:27.867" v="2018" actId="20577"/>
          <ac:spMkLst>
            <pc:docMk/>
            <pc:sldMk cId="1072212465" sldId="368"/>
            <ac:spMk id="7" creationId="{0DDBBCAF-AD0C-61B5-F70B-8509337FB2ED}"/>
          </ac:spMkLst>
        </pc:spChg>
        <pc:spChg chg="mod">
          <ac:chgData name="Nip, Jun" userId="57dacbcd-c89d-4019-9ae5-fda89b074e74" providerId="ADAL" clId="{E3A191C1-2A4D-41D8-9532-75AE54770F7B}" dt="2025-11-07T18:01:41.234" v="2661"/>
          <ac:spMkLst>
            <pc:docMk/>
            <pc:sldMk cId="1072212465" sldId="368"/>
            <ac:spMk id="8" creationId="{2135B733-5FCA-61D9-59C0-970CC448A3F0}"/>
          </ac:spMkLst>
        </pc:spChg>
      </pc:sldChg>
      <pc:sldChg chg="addSp modSp add mod">
        <pc:chgData name="Nip, Jun" userId="57dacbcd-c89d-4019-9ae5-fda89b074e74" providerId="ADAL" clId="{E3A191C1-2A4D-41D8-9532-75AE54770F7B}" dt="2025-11-07T18:10:02.442" v="2765"/>
        <pc:sldMkLst>
          <pc:docMk/>
          <pc:sldMk cId="2479602880" sldId="369"/>
        </pc:sldMkLst>
        <pc:spChg chg="add mod">
          <ac:chgData name="Nip, Jun" userId="57dacbcd-c89d-4019-9ae5-fda89b074e74" providerId="ADAL" clId="{E3A191C1-2A4D-41D8-9532-75AE54770F7B}" dt="2025-11-07T18:10:01.347" v="2764"/>
          <ac:spMkLst>
            <pc:docMk/>
            <pc:sldMk cId="2479602880" sldId="369"/>
            <ac:spMk id="3" creationId="{0FEE6519-23BD-EB12-B4EE-C4D99F07A514}"/>
          </ac:spMkLst>
        </pc:spChg>
        <pc:spChg chg="mod">
          <ac:chgData name="Nip, Jun" userId="57dacbcd-c89d-4019-9ae5-fda89b074e74" providerId="ADAL" clId="{E3A191C1-2A4D-41D8-9532-75AE54770F7B}" dt="2025-11-07T17:44:36.067" v="2225" actId="14100"/>
          <ac:spMkLst>
            <pc:docMk/>
            <pc:sldMk cId="2479602880" sldId="369"/>
            <ac:spMk id="7" creationId="{C85D137B-4B9A-AF5F-F385-C186CB883DE5}"/>
          </ac:spMkLst>
        </pc:spChg>
        <pc:spChg chg="mod">
          <ac:chgData name="Nip, Jun" userId="57dacbcd-c89d-4019-9ae5-fda89b074e74" providerId="ADAL" clId="{E3A191C1-2A4D-41D8-9532-75AE54770F7B}" dt="2025-11-07T18:03:07.814" v="2672"/>
          <ac:spMkLst>
            <pc:docMk/>
            <pc:sldMk cId="2479602880" sldId="369"/>
            <ac:spMk id="8" creationId="{AFB76D1A-D1BF-E898-7A7E-C6272DA5E213}"/>
          </ac:spMkLst>
        </pc:spChg>
      </pc:sldChg>
      <pc:sldChg chg="addSp modSp add mod">
        <pc:chgData name="Nip, Jun" userId="57dacbcd-c89d-4019-9ae5-fda89b074e74" providerId="ADAL" clId="{E3A191C1-2A4D-41D8-9532-75AE54770F7B}" dt="2025-11-07T18:10:09.632" v="2768"/>
        <pc:sldMkLst>
          <pc:docMk/>
          <pc:sldMk cId="553174979" sldId="370"/>
        </pc:sldMkLst>
        <pc:spChg chg="add mod">
          <ac:chgData name="Nip, Jun" userId="57dacbcd-c89d-4019-9ae5-fda89b074e74" providerId="ADAL" clId="{E3A191C1-2A4D-41D8-9532-75AE54770F7B}" dt="2025-11-07T18:10:09.632" v="2768"/>
          <ac:spMkLst>
            <pc:docMk/>
            <pc:sldMk cId="553174979" sldId="370"/>
            <ac:spMk id="3" creationId="{AB17C09D-0CFF-A008-B6A9-A51AF11CE728}"/>
          </ac:spMkLst>
        </pc:spChg>
        <pc:spChg chg="mod">
          <ac:chgData name="Nip, Jun" userId="57dacbcd-c89d-4019-9ae5-fda89b074e74" providerId="ADAL" clId="{E3A191C1-2A4D-41D8-9532-75AE54770F7B}" dt="2025-11-07T17:45:21.051" v="2355" actId="14100"/>
          <ac:spMkLst>
            <pc:docMk/>
            <pc:sldMk cId="553174979" sldId="370"/>
            <ac:spMk id="7" creationId="{2BF2BB35-3BEC-3D29-84F0-D7206B014D9B}"/>
          </ac:spMkLst>
        </pc:spChg>
        <pc:spChg chg="mod">
          <ac:chgData name="Nip, Jun" userId="57dacbcd-c89d-4019-9ae5-fda89b074e74" providerId="ADAL" clId="{E3A191C1-2A4D-41D8-9532-75AE54770F7B}" dt="2025-11-07T17:50:56.984" v="2458" actId="20577"/>
          <ac:spMkLst>
            <pc:docMk/>
            <pc:sldMk cId="553174979" sldId="370"/>
            <ac:spMk id="8" creationId="{5BDD8550-4CFB-EB96-D7D4-D7F759B68CE4}"/>
          </ac:spMkLst>
        </pc:spChg>
      </pc:sldChg>
      <pc:sldChg chg="addSp delSp modSp new mod modClrScheme chgLayout">
        <pc:chgData name="Nip, Jun" userId="57dacbcd-c89d-4019-9ae5-fda89b074e74" providerId="ADAL" clId="{E3A191C1-2A4D-41D8-9532-75AE54770F7B}" dt="2025-11-07T18:09:54.628" v="2759"/>
        <pc:sldMkLst>
          <pc:docMk/>
          <pc:sldMk cId="732652137" sldId="371"/>
        </pc:sldMkLst>
        <pc:spChg chg="mod ord">
          <ac:chgData name="Nip, Jun" userId="57dacbcd-c89d-4019-9ae5-fda89b074e74" providerId="ADAL" clId="{E3A191C1-2A4D-41D8-9532-75AE54770F7B}" dt="2025-11-07T17:50:03.466" v="2453" actId="700"/>
          <ac:spMkLst>
            <pc:docMk/>
            <pc:sldMk cId="732652137" sldId="371"/>
            <ac:spMk id="3" creationId="{CCCF1D6B-EC14-2993-2439-AAC365A6DBEE}"/>
          </ac:spMkLst>
        </pc:spChg>
        <pc:spChg chg="add mod">
          <ac:chgData name="Nip, Jun" userId="57dacbcd-c89d-4019-9ae5-fda89b074e74" providerId="ADAL" clId="{E3A191C1-2A4D-41D8-9532-75AE54770F7B}" dt="2025-11-07T17:48:31.544" v="2412" actId="20577"/>
          <ac:spMkLst>
            <pc:docMk/>
            <pc:sldMk cId="732652137" sldId="371"/>
            <ac:spMk id="6" creationId="{0303AD7D-BF78-B91F-B89C-F56E440CB23C}"/>
          </ac:spMkLst>
        </pc:spChg>
        <pc:spChg chg="add mod">
          <ac:chgData name="Nip, Jun" userId="57dacbcd-c89d-4019-9ae5-fda89b074e74" providerId="ADAL" clId="{E3A191C1-2A4D-41D8-9532-75AE54770F7B}" dt="2025-11-07T17:49:23.776" v="2449" actId="20577"/>
          <ac:spMkLst>
            <pc:docMk/>
            <pc:sldMk cId="732652137" sldId="371"/>
            <ac:spMk id="7" creationId="{6AB79512-BA3B-66E3-C4C6-32D955B3E864}"/>
          </ac:spMkLst>
        </pc:spChg>
        <pc:spChg chg="add mod">
          <ac:chgData name="Nip, Jun" userId="57dacbcd-c89d-4019-9ae5-fda89b074e74" providerId="ADAL" clId="{E3A191C1-2A4D-41D8-9532-75AE54770F7B}" dt="2025-11-07T18:00:27.049" v="2652"/>
          <ac:spMkLst>
            <pc:docMk/>
            <pc:sldMk cId="732652137" sldId="371"/>
            <ac:spMk id="8" creationId="{65D51A2A-6352-3916-0685-49F48A16EA37}"/>
          </ac:spMkLst>
        </pc:spChg>
        <pc:spChg chg="add mod">
          <ac:chgData name="Nip, Jun" userId="57dacbcd-c89d-4019-9ae5-fda89b074e74" providerId="ADAL" clId="{E3A191C1-2A4D-41D8-9532-75AE54770F7B}" dt="2025-11-07T18:09:54.628" v="2759"/>
          <ac:spMkLst>
            <pc:docMk/>
            <pc:sldMk cId="732652137" sldId="371"/>
            <ac:spMk id="10" creationId="{31C60D0B-8D9C-C1FF-AD5C-662D32A2EE5F}"/>
          </ac:spMkLst>
        </pc:spChg>
      </pc:sldChg>
      <pc:sldChg chg="del">
        <pc:chgData name="Nip, Jun" userId="57dacbcd-c89d-4019-9ae5-fda89b074e74" providerId="ADAL" clId="{E3A191C1-2A4D-41D8-9532-75AE54770F7B}" dt="2025-11-07T17:08:38.817" v="54" actId="47"/>
        <pc:sldMkLst>
          <pc:docMk/>
          <pc:sldMk cId="2402436100" sldId="372"/>
        </pc:sldMkLst>
      </pc:sldChg>
      <pc:sldChg chg="addSp modSp add">
        <pc:chgData name="Nip, Jun" userId="57dacbcd-c89d-4019-9ae5-fda89b074e74" providerId="ADAL" clId="{E3A191C1-2A4D-41D8-9532-75AE54770F7B}" dt="2025-11-07T18:09:58.870" v="2762"/>
        <pc:sldMkLst>
          <pc:docMk/>
          <pc:sldMk cId="3234655106" sldId="372"/>
        </pc:sldMkLst>
        <pc:spChg chg="add mod">
          <ac:chgData name="Nip, Jun" userId="57dacbcd-c89d-4019-9ae5-fda89b074e74" providerId="ADAL" clId="{E3A191C1-2A4D-41D8-9532-75AE54770F7B}" dt="2025-11-07T18:09:58.870" v="2762"/>
          <ac:spMkLst>
            <pc:docMk/>
            <pc:sldMk cId="3234655106" sldId="372"/>
            <ac:spMk id="2" creationId="{F5B078E1-DC6A-3457-FA9B-D36C3938535F}"/>
          </ac:spMkLst>
        </pc:spChg>
        <pc:spChg chg="mod">
          <ac:chgData name="Nip, Jun" userId="57dacbcd-c89d-4019-9ae5-fda89b074e74" providerId="ADAL" clId="{E3A191C1-2A4D-41D8-9532-75AE54770F7B}" dt="2025-11-07T18:01:52.744" v="2662"/>
          <ac:spMkLst>
            <pc:docMk/>
            <pc:sldMk cId="3234655106" sldId="372"/>
            <ac:spMk id="7" creationId="{28693355-FDE2-11D0-44F2-BCF42B3420F3}"/>
          </ac:spMkLst>
        </pc:spChg>
        <pc:spChg chg="mod">
          <ac:chgData name="Nip, Jun" userId="57dacbcd-c89d-4019-9ae5-fda89b074e74" providerId="ADAL" clId="{E3A191C1-2A4D-41D8-9532-75AE54770F7B}" dt="2025-11-07T18:02:00.110" v="2663"/>
          <ac:spMkLst>
            <pc:docMk/>
            <pc:sldMk cId="3234655106" sldId="372"/>
            <ac:spMk id="8" creationId="{6E169223-194E-3FFE-0BCC-F842D449BBF5}"/>
          </ac:spMkLst>
        </pc:spChg>
      </pc:sldChg>
      <pc:sldChg chg="addSp modSp add">
        <pc:chgData name="Nip, Jun" userId="57dacbcd-c89d-4019-9ae5-fda89b074e74" providerId="ADAL" clId="{E3A191C1-2A4D-41D8-9532-75AE54770F7B}" dt="2025-11-07T18:10:06.610" v="2766"/>
        <pc:sldMkLst>
          <pc:docMk/>
          <pc:sldMk cId="2491115154" sldId="373"/>
        </pc:sldMkLst>
        <pc:spChg chg="add mod">
          <ac:chgData name="Nip, Jun" userId="57dacbcd-c89d-4019-9ae5-fda89b074e74" providerId="ADAL" clId="{E3A191C1-2A4D-41D8-9532-75AE54770F7B}" dt="2025-11-07T18:10:06.610" v="2766"/>
          <ac:spMkLst>
            <pc:docMk/>
            <pc:sldMk cId="2491115154" sldId="373"/>
            <ac:spMk id="2" creationId="{99265BD6-B1E6-7710-C6CC-35CF993FE0A1}"/>
          </ac:spMkLst>
        </pc:spChg>
        <pc:spChg chg="mod">
          <ac:chgData name="Nip, Jun" userId="57dacbcd-c89d-4019-9ae5-fda89b074e74" providerId="ADAL" clId="{E3A191C1-2A4D-41D8-9532-75AE54770F7B}" dt="2025-11-07T18:03:15.213" v="2673"/>
          <ac:spMkLst>
            <pc:docMk/>
            <pc:sldMk cId="2491115154" sldId="373"/>
            <ac:spMk id="7" creationId="{8CBDF23C-C17F-8058-B7B7-CAB8166185DE}"/>
          </ac:spMkLst>
        </pc:spChg>
        <pc:spChg chg="mod">
          <ac:chgData name="Nip, Jun" userId="57dacbcd-c89d-4019-9ae5-fda89b074e74" providerId="ADAL" clId="{E3A191C1-2A4D-41D8-9532-75AE54770F7B}" dt="2025-11-07T18:03:22.739" v="2674"/>
          <ac:spMkLst>
            <pc:docMk/>
            <pc:sldMk cId="2491115154" sldId="373"/>
            <ac:spMk id="8" creationId="{3DEB0AE6-8459-24A1-0B82-8B9257879551}"/>
          </ac:spMkLst>
        </pc:spChg>
      </pc:sldChg>
      <pc:sldChg chg="addSp modSp add">
        <pc:chgData name="Nip, Jun" userId="57dacbcd-c89d-4019-9ae5-fda89b074e74" providerId="ADAL" clId="{E3A191C1-2A4D-41D8-9532-75AE54770F7B}" dt="2025-11-07T18:10:10.991" v="2769"/>
        <pc:sldMkLst>
          <pc:docMk/>
          <pc:sldMk cId="3000236632" sldId="374"/>
        </pc:sldMkLst>
        <pc:spChg chg="add mod">
          <ac:chgData name="Nip, Jun" userId="57dacbcd-c89d-4019-9ae5-fda89b074e74" providerId="ADAL" clId="{E3A191C1-2A4D-41D8-9532-75AE54770F7B}" dt="2025-11-07T18:10:10.991" v="2769"/>
          <ac:spMkLst>
            <pc:docMk/>
            <pc:sldMk cId="3000236632" sldId="374"/>
            <ac:spMk id="2" creationId="{20419436-9D74-ED0A-5F43-E0A8FDDCC149}"/>
          </ac:spMkLst>
        </pc:spChg>
        <pc:spChg chg="mod">
          <ac:chgData name="Nip, Jun" userId="57dacbcd-c89d-4019-9ae5-fda89b074e74" providerId="ADAL" clId="{E3A191C1-2A4D-41D8-9532-75AE54770F7B}" dt="2025-11-07T18:06:24.948" v="2684"/>
          <ac:spMkLst>
            <pc:docMk/>
            <pc:sldMk cId="3000236632" sldId="374"/>
            <ac:spMk id="7" creationId="{06C2BD56-0771-2E68-F266-E1851968329C}"/>
          </ac:spMkLst>
        </pc:spChg>
        <pc:spChg chg="mod">
          <ac:chgData name="Nip, Jun" userId="57dacbcd-c89d-4019-9ae5-fda89b074e74" providerId="ADAL" clId="{E3A191C1-2A4D-41D8-9532-75AE54770F7B}" dt="2025-11-07T18:06:14.490" v="2683"/>
          <ac:spMkLst>
            <pc:docMk/>
            <pc:sldMk cId="3000236632" sldId="374"/>
            <ac:spMk id="8" creationId="{3D5E2574-A6F4-1154-E269-E8DC1A32A9C6}"/>
          </ac:spMkLst>
        </pc:spChg>
      </pc:sldChg>
      <pc:sldChg chg="addSp delSp modSp new mod modClrScheme chgLayout">
        <pc:chgData name="Nip, Jun" userId="57dacbcd-c89d-4019-9ae5-fda89b074e74" providerId="ADAL" clId="{E3A191C1-2A4D-41D8-9532-75AE54770F7B}" dt="2025-11-07T18:11:30.430" v="2783" actId="14100"/>
        <pc:sldMkLst>
          <pc:docMk/>
          <pc:sldMk cId="2705609570" sldId="375"/>
        </pc:sldMkLst>
        <pc:spChg chg="mod ord">
          <ac:chgData name="Nip, Jun" userId="57dacbcd-c89d-4019-9ae5-fda89b074e74" providerId="ADAL" clId="{E3A191C1-2A4D-41D8-9532-75AE54770F7B}" dt="2025-11-07T17:51:34.406" v="2465" actId="700"/>
          <ac:spMkLst>
            <pc:docMk/>
            <pc:sldMk cId="2705609570" sldId="375"/>
            <ac:spMk id="2" creationId="{6CA8E1AE-36C2-DBEA-1649-9D76ED73FC03}"/>
          </ac:spMkLst>
        </pc:spChg>
        <pc:spChg chg="add mod ord">
          <ac:chgData name="Nip, Jun" userId="57dacbcd-c89d-4019-9ae5-fda89b074e74" providerId="ADAL" clId="{E3A191C1-2A4D-41D8-9532-75AE54770F7B}" dt="2025-11-07T18:07:47.113" v="2689" actId="403"/>
          <ac:spMkLst>
            <pc:docMk/>
            <pc:sldMk cId="2705609570" sldId="375"/>
            <ac:spMk id="4" creationId="{6A2D83D6-E955-2BD7-5AAE-D98605FF3B6E}"/>
          </ac:spMkLst>
        </pc:spChg>
        <pc:spChg chg="add mod">
          <ac:chgData name="Nip, Jun" userId="57dacbcd-c89d-4019-9ae5-fda89b074e74" providerId="ADAL" clId="{E3A191C1-2A4D-41D8-9532-75AE54770F7B}" dt="2025-11-07T18:08:21.544" v="2734" actId="1076"/>
          <ac:spMkLst>
            <pc:docMk/>
            <pc:sldMk cId="2705609570" sldId="375"/>
            <ac:spMk id="5" creationId="{C4D2656E-62D5-F8E6-F72E-F332C06B8348}"/>
          </ac:spMkLst>
        </pc:spChg>
        <pc:spChg chg="add mod">
          <ac:chgData name="Nip, Jun" userId="57dacbcd-c89d-4019-9ae5-fda89b074e74" providerId="ADAL" clId="{E3A191C1-2A4D-41D8-9532-75AE54770F7B}" dt="2025-11-07T18:11:30.430" v="2783" actId="14100"/>
          <ac:spMkLst>
            <pc:docMk/>
            <pc:sldMk cId="2705609570" sldId="375"/>
            <ac:spMk id="6" creationId="{566B86CA-2D25-EABE-15EF-B5EFB1855054}"/>
          </ac:spMkLst>
        </pc:spChg>
      </pc:sldChg>
      <pc:sldChg chg="del">
        <pc:chgData name="Nip, Jun" userId="57dacbcd-c89d-4019-9ae5-fda89b074e74" providerId="ADAL" clId="{E3A191C1-2A4D-41D8-9532-75AE54770F7B}" dt="2025-11-07T17:08:38.817" v="54" actId="47"/>
        <pc:sldMkLst>
          <pc:docMk/>
          <pc:sldMk cId="2452072744" sldId="2147472810"/>
        </pc:sldMkLst>
      </pc:sldChg>
      <pc:sldChg chg="del">
        <pc:chgData name="Nip, Jun" userId="57dacbcd-c89d-4019-9ae5-fda89b074e74" providerId="ADAL" clId="{E3A191C1-2A4D-41D8-9532-75AE54770F7B}" dt="2025-11-07T17:08:38.817" v="54" actId="47"/>
        <pc:sldMkLst>
          <pc:docMk/>
          <pc:sldMk cId="2672079039" sldId="2147472811"/>
        </pc:sldMkLst>
      </pc:sldChg>
      <pc:sldChg chg="del">
        <pc:chgData name="Nip, Jun" userId="57dacbcd-c89d-4019-9ae5-fda89b074e74" providerId="ADAL" clId="{E3A191C1-2A4D-41D8-9532-75AE54770F7B}" dt="2025-11-07T17:08:38.817" v="54" actId="47"/>
        <pc:sldMkLst>
          <pc:docMk/>
          <pc:sldMk cId="159680377" sldId="2147472812"/>
        </pc:sldMkLst>
      </pc:sldChg>
      <pc:sldMasterChg chg="modSp mod addSldLayout modSldLayout">
        <pc:chgData name="Nip, Jun" userId="57dacbcd-c89d-4019-9ae5-fda89b074e74" providerId="ADAL" clId="{E3A191C1-2A4D-41D8-9532-75AE54770F7B}" dt="2025-11-07T17:33:13.825" v="1661" actId="207"/>
        <pc:sldMasterMkLst>
          <pc:docMk/>
          <pc:sldMasterMk cId="0" sldId="2147483648"/>
        </pc:sldMasterMkLst>
        <pc:spChg chg="mod">
          <ac:chgData name="Nip, Jun" userId="57dacbcd-c89d-4019-9ae5-fda89b074e74" providerId="ADAL" clId="{E3A191C1-2A4D-41D8-9532-75AE54770F7B}" dt="2025-11-07T17:08:00.630" v="3" actId="20577"/>
          <ac:spMkLst>
            <pc:docMk/>
            <pc:sldMasterMk cId="0" sldId="2147483648"/>
            <ac:spMk id="3" creationId="{82CB2677-C0AD-BE7B-F040-9207D032A96C}"/>
          </ac:spMkLst>
        </pc:spChg>
        <pc:sldLayoutChg chg="delSp modSp mod">
          <pc:chgData name="Nip, Jun" userId="57dacbcd-c89d-4019-9ae5-fda89b074e74" providerId="ADAL" clId="{E3A191C1-2A4D-41D8-9532-75AE54770F7B}" dt="2025-11-07T17:16:02.958" v="534" actId="478"/>
          <pc:sldLayoutMkLst>
            <pc:docMk/>
            <pc:sldMasterMk cId="0" sldId="2147483648"/>
            <pc:sldLayoutMk cId="3843743331" sldId="2147483668"/>
          </pc:sldLayoutMkLst>
        </pc:sldLayoutChg>
        <pc:sldLayoutChg chg="modSp mod">
          <pc:chgData name="Nip, Jun" userId="57dacbcd-c89d-4019-9ae5-fda89b074e74" providerId="ADAL" clId="{E3A191C1-2A4D-41D8-9532-75AE54770F7B}" dt="2025-11-07T17:16:20.557" v="536" actId="20577"/>
          <pc:sldLayoutMkLst>
            <pc:docMk/>
            <pc:sldMasterMk cId="0" sldId="2147483648"/>
            <pc:sldLayoutMk cId="1952508612" sldId="2147483708"/>
          </pc:sldLayoutMkLst>
          <pc:spChg chg="mod">
            <ac:chgData name="Nip, Jun" userId="57dacbcd-c89d-4019-9ae5-fda89b074e74" providerId="ADAL" clId="{E3A191C1-2A4D-41D8-9532-75AE54770F7B}" dt="2025-11-07T17:16:20.557" v="536" actId="20577"/>
            <ac:spMkLst>
              <pc:docMk/>
              <pc:sldMasterMk cId="0" sldId="2147483648"/>
              <pc:sldLayoutMk cId="1952508612" sldId="2147483708"/>
              <ac:spMk id="31" creationId="{713C6115-D7DB-508C-AA3A-C25055681171}"/>
            </ac:spMkLst>
          </pc:spChg>
        </pc:sldLayoutChg>
        <pc:sldLayoutChg chg="modSp add mod modTransition setBg">
          <pc:chgData name="Nip, Jun" userId="57dacbcd-c89d-4019-9ae5-fda89b074e74" providerId="ADAL" clId="{E3A191C1-2A4D-41D8-9532-75AE54770F7B}" dt="2025-11-07T17:33:13.825" v="1661" actId="207"/>
          <pc:sldLayoutMkLst>
            <pc:docMk/>
            <pc:sldMasterMk cId="0" sldId="2147483648"/>
            <pc:sldLayoutMk cId="2400012920" sldId="2147483756"/>
          </pc:sldLayoutMkLst>
          <pc:spChg chg="mod">
            <ac:chgData name="Nip, Jun" userId="57dacbcd-c89d-4019-9ae5-fda89b074e74" providerId="ADAL" clId="{E3A191C1-2A4D-41D8-9532-75AE54770F7B}" dt="2025-11-07T17:33:13.825" v="1661" actId="207"/>
            <ac:spMkLst>
              <pc:docMk/>
              <pc:sldMasterMk cId="0" sldId="2147483648"/>
              <pc:sldLayoutMk cId="2400012920" sldId="2147483756"/>
              <ac:spMk id="10" creationId="{31B765A3-6743-449B-CC23-D69BA633A583}"/>
            </ac:spMkLst>
          </pc:spChg>
          <pc:spChg chg="mod">
            <ac:chgData name="Nip, Jun" userId="57dacbcd-c89d-4019-9ae5-fda89b074e74" providerId="ADAL" clId="{E3A191C1-2A4D-41D8-9532-75AE54770F7B}" dt="2025-11-07T17:33:13.825" v="1661" actId="207"/>
            <ac:spMkLst>
              <pc:docMk/>
              <pc:sldMasterMk cId="0" sldId="2147483648"/>
              <pc:sldLayoutMk cId="2400012920" sldId="2147483756"/>
              <ac:spMk id="14" creationId="{A16FF2C5-B170-B80B-3760-1987A24B1D4E}"/>
            </ac:spMkLst>
          </pc:spChg>
          <pc:spChg chg="mod">
            <ac:chgData name="Nip, Jun" userId="57dacbcd-c89d-4019-9ae5-fda89b074e74" providerId="ADAL" clId="{E3A191C1-2A4D-41D8-9532-75AE54770F7B}" dt="2025-11-07T17:33:13.825" v="1661" actId="207"/>
            <ac:spMkLst>
              <pc:docMk/>
              <pc:sldMasterMk cId="0" sldId="2147483648"/>
              <pc:sldLayoutMk cId="2400012920" sldId="2147483756"/>
              <ac:spMk id="15" creationId="{699330E1-F46A-EBF3-0891-3AA713FE9CAE}"/>
            </ac:spMkLst>
          </pc:spChg>
        </pc:sldLayoutChg>
      </pc:sldMasterChg>
      <pc:sldMasterChg chg="del">
        <pc:chgData name="Nip, Jun" userId="57dacbcd-c89d-4019-9ae5-fda89b074e74" providerId="ADAL" clId="{E3A191C1-2A4D-41D8-9532-75AE54770F7B}" dt="2025-11-07T17:32:11.989" v="1654" actId="2696"/>
        <pc:sldMasterMkLst>
          <pc:docMk/>
          <pc:sldMasterMk cId="2836675001" sldId="2147483712"/>
        </pc:sldMasterMkLst>
      </pc:sldMasterChg>
      <pc:sldMasterChg chg="del">
        <pc:chgData name="Nip, Jun" userId="57dacbcd-c89d-4019-9ae5-fda89b074e74" providerId="ADAL" clId="{E3A191C1-2A4D-41D8-9532-75AE54770F7B}" dt="2025-11-07T17:32:14.891" v="1655" actId="2696"/>
        <pc:sldMasterMkLst>
          <pc:docMk/>
          <pc:sldMasterMk cId="343129900" sldId="2147483733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29C90-3419-6648-887B-E66079C8AC0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77510-FA30-7B44-8C6A-5F07FA06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17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B484D87-7ACA-0E8D-96DC-BF2BA57DF7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5206181" y="0"/>
            <a:ext cx="6985819" cy="632831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EF8C813-FE6B-EE74-F378-2335E9959A88}"/>
              </a:ext>
            </a:extLst>
          </p:cNvPr>
          <p:cNvSpPr/>
          <p:nvPr userDrawn="1"/>
        </p:nvSpPr>
        <p:spPr>
          <a:xfrm rot="16200000">
            <a:off x="2164909" y="1959324"/>
            <a:ext cx="6238644" cy="227985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76000"/>
                </a:srgbClr>
              </a:gs>
              <a:gs pos="4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9CBCE1-13DC-1796-0B35-C73CFD256CBB}"/>
              </a:ext>
            </a:extLst>
          </p:cNvPr>
          <p:cNvSpPr/>
          <p:nvPr userDrawn="1"/>
        </p:nvSpPr>
        <p:spPr>
          <a:xfrm>
            <a:off x="5206181" y="0"/>
            <a:ext cx="6985819" cy="159885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35000"/>
                </a:srgbClr>
              </a:gs>
              <a:gs pos="26000">
                <a:schemeClr val="bg1">
                  <a:alpha val="72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B1C5EB-00E7-BF61-9C1C-AF105F67A264}"/>
              </a:ext>
            </a:extLst>
          </p:cNvPr>
          <p:cNvSpPr/>
          <p:nvPr userDrawn="1"/>
        </p:nvSpPr>
        <p:spPr>
          <a:xfrm rot="16200000">
            <a:off x="175599" y="-173736"/>
            <a:ext cx="6857996" cy="720919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76000"/>
                </a:srgbClr>
              </a:gs>
              <a:gs pos="4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7CAC85-0438-6311-AA7F-51E540CC13DF}"/>
              </a:ext>
            </a:extLst>
          </p:cNvPr>
          <p:cNvSpPr/>
          <p:nvPr userDrawn="1"/>
        </p:nvSpPr>
        <p:spPr>
          <a:xfrm rot="16200000">
            <a:off x="-189408" y="281045"/>
            <a:ext cx="6192760" cy="568230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76000"/>
                </a:srgbClr>
              </a:gs>
              <a:gs pos="4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842909-D174-EFE0-B78E-3DE3029C58CD}"/>
              </a:ext>
            </a:extLst>
          </p:cNvPr>
          <p:cNvSpPr/>
          <p:nvPr userDrawn="1"/>
        </p:nvSpPr>
        <p:spPr>
          <a:xfrm>
            <a:off x="-7206" y="6218576"/>
            <a:ext cx="7132199" cy="644643"/>
          </a:xfrm>
          <a:prstGeom prst="rect">
            <a:avLst/>
          </a:prstGeom>
          <a:solidFill>
            <a:srgbClr val="EA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1" name="Google Shape;150;p40">
            <a:extLst>
              <a:ext uri="{FF2B5EF4-FFF2-40B4-BE49-F238E27FC236}">
                <a16:creationId xmlns:a16="http://schemas.microsoft.com/office/drawing/2014/main" id="{713C6115-D7DB-508C-AA3A-C25055681171}"/>
              </a:ext>
            </a:extLst>
          </p:cNvPr>
          <p:cNvSpPr txBox="1"/>
          <p:nvPr userDrawn="1"/>
        </p:nvSpPr>
        <p:spPr>
          <a:xfrm>
            <a:off x="777240" y="6384395"/>
            <a:ext cx="4191001" cy="22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325" rIns="0" bIns="48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lang="en-US" sz="800" b="0" u="none" strike="noStrike" cap="none">
                <a:solidFill>
                  <a:schemeClr val="bg1">
                    <a:lumMod val="50000"/>
                  </a:schemeClr>
                </a:solidFill>
                <a:ea typeface="Arial"/>
                <a:cs typeface="Arial"/>
                <a:sym typeface="Arial"/>
              </a:rPr>
              <a:t>©2023 TRANSCELERATE BIOPHARMA INC., ALL RIGHTS RESERVED. 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E2D1B1B-ED14-F59F-C4B9-5272613212DA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777239" y="1194291"/>
            <a:ext cx="5413248" cy="180381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algn="l">
              <a:defRPr kumimoji="0" lang="en-US" sz="32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0E2A719-8850-A023-4CB4-236AE4009C7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77238" y="3178180"/>
            <a:ext cx="5413248" cy="508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5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 marL="182880" indent="0">
              <a:buNone/>
              <a:defRPr>
                <a:solidFill>
                  <a:schemeClr val="accent1"/>
                </a:solidFill>
              </a:defRPr>
            </a:lvl2pPr>
            <a:lvl3pPr marL="365760" indent="0">
              <a:buNone/>
              <a:defRPr>
                <a:solidFill>
                  <a:schemeClr val="accent1"/>
                </a:solidFill>
              </a:defRPr>
            </a:lvl3pPr>
            <a:lvl4pPr marL="548640" indent="0">
              <a:buNone/>
              <a:defRPr>
                <a:solidFill>
                  <a:schemeClr val="accent1"/>
                </a:solidFill>
              </a:defRPr>
            </a:lvl4pPr>
            <a:lvl5pPr marL="73152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8410817D-DE2A-C5E2-76A2-5154F9881189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777238" y="3876060"/>
            <a:ext cx="5413248" cy="52124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B073571-C4D1-73E5-8135-02F071E3E417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777240" y="4555224"/>
            <a:ext cx="2397475" cy="3254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F8249C4-387D-65FC-CA0C-F3D2C6C7D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8382" y="68924"/>
            <a:ext cx="2251496" cy="1143000"/>
          </a:xfrm>
          <a:prstGeom prst="rect">
            <a:avLst/>
          </a:prstGeom>
        </p:spPr>
      </p:pic>
      <p:sp>
        <p:nvSpPr>
          <p:cNvPr id="46" name="Freeform 45">
            <a:extLst>
              <a:ext uri="{FF2B5EF4-FFF2-40B4-BE49-F238E27FC236}">
                <a16:creationId xmlns:a16="http://schemas.microsoft.com/office/drawing/2014/main" id="{24F2CA0C-5A07-8CCA-84DC-6955EE26F6BC}"/>
              </a:ext>
            </a:extLst>
          </p:cNvPr>
          <p:cNvSpPr/>
          <p:nvPr userDrawn="1"/>
        </p:nvSpPr>
        <p:spPr>
          <a:xfrm>
            <a:off x="6151113" y="6218576"/>
            <a:ext cx="6040886" cy="640080"/>
          </a:xfrm>
          <a:custGeom>
            <a:avLst/>
            <a:gdLst>
              <a:gd name="connsiteX0" fmla="*/ 578178 w 6040886"/>
              <a:gd name="connsiteY0" fmla="*/ 0 h 640080"/>
              <a:gd name="connsiteX1" fmla="*/ 1325989 w 6040886"/>
              <a:gd name="connsiteY1" fmla="*/ 0 h 640080"/>
              <a:gd name="connsiteX2" fmla="*/ 1325988 w 6040886"/>
              <a:gd name="connsiteY2" fmla="*/ 1 h 640080"/>
              <a:gd name="connsiteX3" fmla="*/ 1616030 w 6040886"/>
              <a:gd name="connsiteY3" fmla="*/ 1 h 640080"/>
              <a:gd name="connsiteX4" fmla="*/ 1616031 w 6040886"/>
              <a:gd name="connsiteY4" fmla="*/ 0 h 640080"/>
              <a:gd name="connsiteX5" fmla="*/ 2363842 w 6040886"/>
              <a:gd name="connsiteY5" fmla="*/ 0 h 640080"/>
              <a:gd name="connsiteX6" fmla="*/ 2363841 w 6040886"/>
              <a:gd name="connsiteY6" fmla="*/ 1 h 640080"/>
              <a:gd name="connsiteX7" fmla="*/ 5003033 w 6040886"/>
              <a:gd name="connsiteY7" fmla="*/ 1 h 640080"/>
              <a:gd name="connsiteX8" fmla="*/ 6040886 w 6040886"/>
              <a:gd name="connsiteY8" fmla="*/ 1 h 640080"/>
              <a:gd name="connsiteX9" fmla="*/ 6040886 w 6040886"/>
              <a:gd name="connsiteY9" fmla="*/ 639425 h 640080"/>
              <a:gd name="connsiteX10" fmla="*/ 5003033 w 6040886"/>
              <a:gd name="connsiteY10" fmla="*/ 639425 h 640080"/>
              <a:gd name="connsiteX11" fmla="*/ 1786256 w 6040886"/>
              <a:gd name="connsiteY11" fmla="*/ 639425 h 640080"/>
              <a:gd name="connsiteX12" fmla="*/ 1785664 w 6040886"/>
              <a:gd name="connsiteY12" fmla="*/ 640080 h 640080"/>
              <a:gd name="connsiteX13" fmla="*/ 1037853 w 6040886"/>
              <a:gd name="connsiteY13" fmla="*/ 640080 h 640080"/>
              <a:gd name="connsiteX14" fmla="*/ 1038445 w 6040886"/>
              <a:gd name="connsiteY14" fmla="*/ 639425 h 640080"/>
              <a:gd name="connsiteX15" fmla="*/ 748403 w 6040886"/>
              <a:gd name="connsiteY15" fmla="*/ 639425 h 640080"/>
              <a:gd name="connsiteX16" fmla="*/ 747811 w 6040886"/>
              <a:gd name="connsiteY16" fmla="*/ 640080 h 640080"/>
              <a:gd name="connsiteX17" fmla="*/ 0 w 6040886"/>
              <a:gd name="connsiteY17" fmla="*/ 64008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040886" h="640080">
                <a:moveTo>
                  <a:pt x="578178" y="0"/>
                </a:moveTo>
                <a:lnTo>
                  <a:pt x="1325989" y="0"/>
                </a:lnTo>
                <a:lnTo>
                  <a:pt x="1325988" y="1"/>
                </a:lnTo>
                <a:lnTo>
                  <a:pt x="1616030" y="1"/>
                </a:lnTo>
                <a:lnTo>
                  <a:pt x="1616031" y="0"/>
                </a:lnTo>
                <a:lnTo>
                  <a:pt x="2363842" y="0"/>
                </a:lnTo>
                <a:lnTo>
                  <a:pt x="2363841" y="1"/>
                </a:lnTo>
                <a:lnTo>
                  <a:pt x="5003033" y="1"/>
                </a:lnTo>
                <a:lnTo>
                  <a:pt x="6040886" y="1"/>
                </a:lnTo>
                <a:lnTo>
                  <a:pt x="6040886" y="639425"/>
                </a:lnTo>
                <a:lnTo>
                  <a:pt x="5003033" y="639425"/>
                </a:lnTo>
                <a:lnTo>
                  <a:pt x="1786256" y="639425"/>
                </a:lnTo>
                <a:lnTo>
                  <a:pt x="1785664" y="640080"/>
                </a:lnTo>
                <a:lnTo>
                  <a:pt x="1037853" y="640080"/>
                </a:lnTo>
                <a:lnTo>
                  <a:pt x="1038445" y="639425"/>
                </a:lnTo>
                <a:lnTo>
                  <a:pt x="748403" y="639425"/>
                </a:lnTo>
                <a:lnTo>
                  <a:pt x="747811" y="640080"/>
                </a:lnTo>
                <a:lnTo>
                  <a:pt x="0" y="6400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762AF9-B161-35C6-6D1B-8075F47040F2}"/>
              </a:ext>
            </a:extLst>
          </p:cNvPr>
          <p:cNvGrpSpPr/>
          <p:nvPr userDrawn="1"/>
        </p:nvGrpSpPr>
        <p:grpSpPr>
          <a:xfrm>
            <a:off x="8784461" y="5051424"/>
            <a:ext cx="3054729" cy="1803813"/>
            <a:chOff x="8784461" y="5079999"/>
            <a:chExt cx="3054729" cy="1803813"/>
          </a:xfrm>
        </p:grpSpPr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F9D88B5-5C23-AF7E-ACCC-8B415D4A9AB7}"/>
                </a:ext>
              </a:extLst>
            </p:cNvPr>
            <p:cNvSpPr/>
            <p:nvPr userDrawn="1"/>
          </p:nvSpPr>
          <p:spPr>
            <a:xfrm>
              <a:off x="8784461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9E229AF5-883F-FCE9-8C92-02DFDCE2EE20}"/>
                </a:ext>
              </a:extLst>
            </p:cNvPr>
            <p:cNvSpPr/>
            <p:nvPr userDrawn="1"/>
          </p:nvSpPr>
          <p:spPr>
            <a:xfrm>
              <a:off x="9654793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937915A6-4EB3-0467-1925-1F5FF5CF42B2}"/>
                </a:ext>
              </a:extLst>
            </p:cNvPr>
            <p:cNvSpPr/>
            <p:nvPr userDrawn="1"/>
          </p:nvSpPr>
          <p:spPr>
            <a:xfrm>
              <a:off x="10525127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</p:grpSp>
      <p:sp>
        <p:nvSpPr>
          <p:cNvPr id="52" name="Freeform 51">
            <a:extLst>
              <a:ext uri="{FF2B5EF4-FFF2-40B4-BE49-F238E27FC236}">
                <a16:creationId xmlns:a16="http://schemas.microsoft.com/office/drawing/2014/main" id="{7AF3BB35-45B1-2E5A-2B03-E79C37DE0515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32903"/>
            <a:ext cx="6472378" cy="685800"/>
          </a:xfrm>
          <a:custGeom>
            <a:avLst/>
            <a:gdLst>
              <a:gd name="connsiteX0" fmla="*/ 578178 w 6040886"/>
              <a:gd name="connsiteY0" fmla="*/ 0 h 640080"/>
              <a:gd name="connsiteX1" fmla="*/ 1325989 w 6040886"/>
              <a:gd name="connsiteY1" fmla="*/ 0 h 640080"/>
              <a:gd name="connsiteX2" fmla="*/ 1325988 w 6040886"/>
              <a:gd name="connsiteY2" fmla="*/ 1 h 640080"/>
              <a:gd name="connsiteX3" fmla="*/ 1616030 w 6040886"/>
              <a:gd name="connsiteY3" fmla="*/ 1 h 640080"/>
              <a:gd name="connsiteX4" fmla="*/ 1616031 w 6040886"/>
              <a:gd name="connsiteY4" fmla="*/ 0 h 640080"/>
              <a:gd name="connsiteX5" fmla="*/ 2363842 w 6040886"/>
              <a:gd name="connsiteY5" fmla="*/ 0 h 640080"/>
              <a:gd name="connsiteX6" fmla="*/ 2363841 w 6040886"/>
              <a:gd name="connsiteY6" fmla="*/ 1 h 640080"/>
              <a:gd name="connsiteX7" fmla="*/ 5003033 w 6040886"/>
              <a:gd name="connsiteY7" fmla="*/ 1 h 640080"/>
              <a:gd name="connsiteX8" fmla="*/ 6040886 w 6040886"/>
              <a:gd name="connsiteY8" fmla="*/ 1 h 640080"/>
              <a:gd name="connsiteX9" fmla="*/ 6040886 w 6040886"/>
              <a:gd name="connsiteY9" fmla="*/ 639425 h 640080"/>
              <a:gd name="connsiteX10" fmla="*/ 5003033 w 6040886"/>
              <a:gd name="connsiteY10" fmla="*/ 639425 h 640080"/>
              <a:gd name="connsiteX11" fmla="*/ 1786256 w 6040886"/>
              <a:gd name="connsiteY11" fmla="*/ 639425 h 640080"/>
              <a:gd name="connsiteX12" fmla="*/ 1785664 w 6040886"/>
              <a:gd name="connsiteY12" fmla="*/ 640080 h 640080"/>
              <a:gd name="connsiteX13" fmla="*/ 1037853 w 6040886"/>
              <a:gd name="connsiteY13" fmla="*/ 640080 h 640080"/>
              <a:gd name="connsiteX14" fmla="*/ 1038445 w 6040886"/>
              <a:gd name="connsiteY14" fmla="*/ 639425 h 640080"/>
              <a:gd name="connsiteX15" fmla="*/ 748403 w 6040886"/>
              <a:gd name="connsiteY15" fmla="*/ 639425 h 640080"/>
              <a:gd name="connsiteX16" fmla="*/ 747811 w 6040886"/>
              <a:gd name="connsiteY16" fmla="*/ 640080 h 640080"/>
              <a:gd name="connsiteX17" fmla="*/ 0 w 6040886"/>
              <a:gd name="connsiteY17" fmla="*/ 64008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040886" h="640080">
                <a:moveTo>
                  <a:pt x="578178" y="0"/>
                </a:moveTo>
                <a:lnTo>
                  <a:pt x="1325989" y="0"/>
                </a:lnTo>
                <a:lnTo>
                  <a:pt x="1325988" y="1"/>
                </a:lnTo>
                <a:lnTo>
                  <a:pt x="1616030" y="1"/>
                </a:lnTo>
                <a:lnTo>
                  <a:pt x="1616031" y="0"/>
                </a:lnTo>
                <a:lnTo>
                  <a:pt x="2363842" y="0"/>
                </a:lnTo>
                <a:lnTo>
                  <a:pt x="2363841" y="1"/>
                </a:lnTo>
                <a:lnTo>
                  <a:pt x="5003033" y="1"/>
                </a:lnTo>
                <a:lnTo>
                  <a:pt x="6040886" y="1"/>
                </a:lnTo>
                <a:lnTo>
                  <a:pt x="6040886" y="639425"/>
                </a:lnTo>
                <a:lnTo>
                  <a:pt x="5003033" y="639425"/>
                </a:lnTo>
                <a:lnTo>
                  <a:pt x="1786256" y="639425"/>
                </a:lnTo>
                <a:lnTo>
                  <a:pt x="1785664" y="640080"/>
                </a:lnTo>
                <a:lnTo>
                  <a:pt x="1037853" y="640080"/>
                </a:lnTo>
                <a:lnTo>
                  <a:pt x="1038445" y="639425"/>
                </a:lnTo>
                <a:lnTo>
                  <a:pt x="748403" y="639425"/>
                </a:lnTo>
                <a:lnTo>
                  <a:pt x="747811" y="640080"/>
                </a:lnTo>
                <a:lnTo>
                  <a:pt x="0" y="64008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D7971A00-9499-5A72-5982-4FFF8FA72D2E}"/>
              </a:ext>
            </a:extLst>
          </p:cNvPr>
          <p:cNvSpPr/>
          <p:nvPr userDrawn="1"/>
        </p:nvSpPr>
        <p:spPr>
          <a:xfrm>
            <a:off x="6151113" y="-8531746"/>
            <a:ext cx="6040886" cy="640080"/>
          </a:xfrm>
          <a:custGeom>
            <a:avLst/>
            <a:gdLst>
              <a:gd name="connsiteX0" fmla="*/ 578178 w 6040886"/>
              <a:gd name="connsiteY0" fmla="*/ 0 h 640080"/>
              <a:gd name="connsiteX1" fmla="*/ 1325989 w 6040886"/>
              <a:gd name="connsiteY1" fmla="*/ 0 h 640080"/>
              <a:gd name="connsiteX2" fmla="*/ 1325988 w 6040886"/>
              <a:gd name="connsiteY2" fmla="*/ 1 h 640080"/>
              <a:gd name="connsiteX3" fmla="*/ 1616030 w 6040886"/>
              <a:gd name="connsiteY3" fmla="*/ 1 h 640080"/>
              <a:gd name="connsiteX4" fmla="*/ 1616031 w 6040886"/>
              <a:gd name="connsiteY4" fmla="*/ 0 h 640080"/>
              <a:gd name="connsiteX5" fmla="*/ 2363842 w 6040886"/>
              <a:gd name="connsiteY5" fmla="*/ 0 h 640080"/>
              <a:gd name="connsiteX6" fmla="*/ 2363841 w 6040886"/>
              <a:gd name="connsiteY6" fmla="*/ 1 h 640080"/>
              <a:gd name="connsiteX7" fmla="*/ 5003033 w 6040886"/>
              <a:gd name="connsiteY7" fmla="*/ 1 h 640080"/>
              <a:gd name="connsiteX8" fmla="*/ 6040886 w 6040886"/>
              <a:gd name="connsiteY8" fmla="*/ 1 h 640080"/>
              <a:gd name="connsiteX9" fmla="*/ 6040886 w 6040886"/>
              <a:gd name="connsiteY9" fmla="*/ 639425 h 640080"/>
              <a:gd name="connsiteX10" fmla="*/ 5003033 w 6040886"/>
              <a:gd name="connsiteY10" fmla="*/ 639425 h 640080"/>
              <a:gd name="connsiteX11" fmla="*/ 1786256 w 6040886"/>
              <a:gd name="connsiteY11" fmla="*/ 639425 h 640080"/>
              <a:gd name="connsiteX12" fmla="*/ 1785664 w 6040886"/>
              <a:gd name="connsiteY12" fmla="*/ 640080 h 640080"/>
              <a:gd name="connsiteX13" fmla="*/ 1037853 w 6040886"/>
              <a:gd name="connsiteY13" fmla="*/ 640080 h 640080"/>
              <a:gd name="connsiteX14" fmla="*/ 1038445 w 6040886"/>
              <a:gd name="connsiteY14" fmla="*/ 639425 h 640080"/>
              <a:gd name="connsiteX15" fmla="*/ 748403 w 6040886"/>
              <a:gd name="connsiteY15" fmla="*/ 639425 h 640080"/>
              <a:gd name="connsiteX16" fmla="*/ 747811 w 6040886"/>
              <a:gd name="connsiteY16" fmla="*/ 640080 h 640080"/>
              <a:gd name="connsiteX17" fmla="*/ 0 w 6040886"/>
              <a:gd name="connsiteY17" fmla="*/ 64008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040886" h="640080">
                <a:moveTo>
                  <a:pt x="578178" y="0"/>
                </a:moveTo>
                <a:lnTo>
                  <a:pt x="1325989" y="0"/>
                </a:lnTo>
                <a:lnTo>
                  <a:pt x="1325988" y="1"/>
                </a:lnTo>
                <a:lnTo>
                  <a:pt x="1616030" y="1"/>
                </a:lnTo>
                <a:lnTo>
                  <a:pt x="1616031" y="0"/>
                </a:lnTo>
                <a:lnTo>
                  <a:pt x="2363842" y="0"/>
                </a:lnTo>
                <a:lnTo>
                  <a:pt x="2363841" y="1"/>
                </a:lnTo>
                <a:lnTo>
                  <a:pt x="5003033" y="1"/>
                </a:lnTo>
                <a:lnTo>
                  <a:pt x="6040886" y="1"/>
                </a:lnTo>
                <a:lnTo>
                  <a:pt x="6040886" y="639425"/>
                </a:lnTo>
                <a:lnTo>
                  <a:pt x="5003033" y="639425"/>
                </a:lnTo>
                <a:lnTo>
                  <a:pt x="1786256" y="639425"/>
                </a:lnTo>
                <a:lnTo>
                  <a:pt x="1785664" y="640080"/>
                </a:lnTo>
                <a:lnTo>
                  <a:pt x="1037853" y="640080"/>
                </a:lnTo>
                <a:lnTo>
                  <a:pt x="1038445" y="639425"/>
                </a:lnTo>
                <a:lnTo>
                  <a:pt x="748403" y="639425"/>
                </a:lnTo>
                <a:lnTo>
                  <a:pt x="747811" y="640080"/>
                </a:lnTo>
                <a:lnTo>
                  <a:pt x="0" y="6400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95EDC1FE-BC27-3761-5345-5EABDE63FE1B}"/>
              </a:ext>
            </a:extLst>
          </p:cNvPr>
          <p:cNvSpPr/>
          <p:nvPr userDrawn="1"/>
        </p:nvSpPr>
        <p:spPr>
          <a:xfrm>
            <a:off x="6151113" y="-15906907"/>
            <a:ext cx="6040886" cy="640080"/>
          </a:xfrm>
          <a:custGeom>
            <a:avLst/>
            <a:gdLst>
              <a:gd name="connsiteX0" fmla="*/ 578178 w 6040886"/>
              <a:gd name="connsiteY0" fmla="*/ 0 h 640080"/>
              <a:gd name="connsiteX1" fmla="*/ 1325989 w 6040886"/>
              <a:gd name="connsiteY1" fmla="*/ 0 h 640080"/>
              <a:gd name="connsiteX2" fmla="*/ 1325988 w 6040886"/>
              <a:gd name="connsiteY2" fmla="*/ 1 h 640080"/>
              <a:gd name="connsiteX3" fmla="*/ 1616030 w 6040886"/>
              <a:gd name="connsiteY3" fmla="*/ 1 h 640080"/>
              <a:gd name="connsiteX4" fmla="*/ 1616031 w 6040886"/>
              <a:gd name="connsiteY4" fmla="*/ 0 h 640080"/>
              <a:gd name="connsiteX5" fmla="*/ 2363842 w 6040886"/>
              <a:gd name="connsiteY5" fmla="*/ 0 h 640080"/>
              <a:gd name="connsiteX6" fmla="*/ 2363841 w 6040886"/>
              <a:gd name="connsiteY6" fmla="*/ 1 h 640080"/>
              <a:gd name="connsiteX7" fmla="*/ 5003033 w 6040886"/>
              <a:gd name="connsiteY7" fmla="*/ 1 h 640080"/>
              <a:gd name="connsiteX8" fmla="*/ 6040886 w 6040886"/>
              <a:gd name="connsiteY8" fmla="*/ 1 h 640080"/>
              <a:gd name="connsiteX9" fmla="*/ 6040886 w 6040886"/>
              <a:gd name="connsiteY9" fmla="*/ 639425 h 640080"/>
              <a:gd name="connsiteX10" fmla="*/ 5003033 w 6040886"/>
              <a:gd name="connsiteY10" fmla="*/ 639425 h 640080"/>
              <a:gd name="connsiteX11" fmla="*/ 1786256 w 6040886"/>
              <a:gd name="connsiteY11" fmla="*/ 639425 h 640080"/>
              <a:gd name="connsiteX12" fmla="*/ 1785664 w 6040886"/>
              <a:gd name="connsiteY12" fmla="*/ 640080 h 640080"/>
              <a:gd name="connsiteX13" fmla="*/ 1037853 w 6040886"/>
              <a:gd name="connsiteY13" fmla="*/ 640080 h 640080"/>
              <a:gd name="connsiteX14" fmla="*/ 1038445 w 6040886"/>
              <a:gd name="connsiteY14" fmla="*/ 639425 h 640080"/>
              <a:gd name="connsiteX15" fmla="*/ 748403 w 6040886"/>
              <a:gd name="connsiteY15" fmla="*/ 639425 h 640080"/>
              <a:gd name="connsiteX16" fmla="*/ 747811 w 6040886"/>
              <a:gd name="connsiteY16" fmla="*/ 640080 h 640080"/>
              <a:gd name="connsiteX17" fmla="*/ 0 w 6040886"/>
              <a:gd name="connsiteY17" fmla="*/ 64008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040886" h="640080">
                <a:moveTo>
                  <a:pt x="578178" y="0"/>
                </a:moveTo>
                <a:lnTo>
                  <a:pt x="1325989" y="0"/>
                </a:lnTo>
                <a:lnTo>
                  <a:pt x="1325988" y="1"/>
                </a:lnTo>
                <a:lnTo>
                  <a:pt x="1616030" y="1"/>
                </a:lnTo>
                <a:lnTo>
                  <a:pt x="1616031" y="0"/>
                </a:lnTo>
                <a:lnTo>
                  <a:pt x="2363842" y="0"/>
                </a:lnTo>
                <a:lnTo>
                  <a:pt x="2363841" y="1"/>
                </a:lnTo>
                <a:lnTo>
                  <a:pt x="5003033" y="1"/>
                </a:lnTo>
                <a:lnTo>
                  <a:pt x="6040886" y="1"/>
                </a:lnTo>
                <a:lnTo>
                  <a:pt x="6040886" y="639425"/>
                </a:lnTo>
                <a:lnTo>
                  <a:pt x="5003033" y="639425"/>
                </a:lnTo>
                <a:lnTo>
                  <a:pt x="1786256" y="639425"/>
                </a:lnTo>
                <a:lnTo>
                  <a:pt x="1785664" y="640080"/>
                </a:lnTo>
                <a:lnTo>
                  <a:pt x="1037853" y="640080"/>
                </a:lnTo>
                <a:lnTo>
                  <a:pt x="1038445" y="639425"/>
                </a:lnTo>
                <a:lnTo>
                  <a:pt x="748403" y="639425"/>
                </a:lnTo>
                <a:lnTo>
                  <a:pt x="747811" y="640080"/>
                </a:lnTo>
                <a:lnTo>
                  <a:pt x="0" y="6400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09125EF0-3523-6152-B14B-97AD896A86E8}"/>
              </a:ext>
            </a:extLst>
          </p:cNvPr>
          <p:cNvSpPr/>
          <p:nvPr userDrawn="1"/>
        </p:nvSpPr>
        <p:spPr>
          <a:xfrm flipH="1">
            <a:off x="6151113" y="-23282068"/>
            <a:ext cx="6040886" cy="640080"/>
          </a:xfrm>
          <a:custGeom>
            <a:avLst/>
            <a:gdLst>
              <a:gd name="connsiteX0" fmla="*/ 578178 w 6040886"/>
              <a:gd name="connsiteY0" fmla="*/ 0 h 640080"/>
              <a:gd name="connsiteX1" fmla="*/ 1325989 w 6040886"/>
              <a:gd name="connsiteY1" fmla="*/ 0 h 640080"/>
              <a:gd name="connsiteX2" fmla="*/ 1325988 w 6040886"/>
              <a:gd name="connsiteY2" fmla="*/ 1 h 640080"/>
              <a:gd name="connsiteX3" fmla="*/ 1616030 w 6040886"/>
              <a:gd name="connsiteY3" fmla="*/ 1 h 640080"/>
              <a:gd name="connsiteX4" fmla="*/ 1616031 w 6040886"/>
              <a:gd name="connsiteY4" fmla="*/ 0 h 640080"/>
              <a:gd name="connsiteX5" fmla="*/ 2363842 w 6040886"/>
              <a:gd name="connsiteY5" fmla="*/ 0 h 640080"/>
              <a:gd name="connsiteX6" fmla="*/ 2363841 w 6040886"/>
              <a:gd name="connsiteY6" fmla="*/ 1 h 640080"/>
              <a:gd name="connsiteX7" fmla="*/ 5003033 w 6040886"/>
              <a:gd name="connsiteY7" fmla="*/ 1 h 640080"/>
              <a:gd name="connsiteX8" fmla="*/ 6040886 w 6040886"/>
              <a:gd name="connsiteY8" fmla="*/ 1 h 640080"/>
              <a:gd name="connsiteX9" fmla="*/ 6040886 w 6040886"/>
              <a:gd name="connsiteY9" fmla="*/ 639425 h 640080"/>
              <a:gd name="connsiteX10" fmla="*/ 5003033 w 6040886"/>
              <a:gd name="connsiteY10" fmla="*/ 639425 h 640080"/>
              <a:gd name="connsiteX11" fmla="*/ 1786256 w 6040886"/>
              <a:gd name="connsiteY11" fmla="*/ 639425 h 640080"/>
              <a:gd name="connsiteX12" fmla="*/ 1785664 w 6040886"/>
              <a:gd name="connsiteY12" fmla="*/ 640080 h 640080"/>
              <a:gd name="connsiteX13" fmla="*/ 1037853 w 6040886"/>
              <a:gd name="connsiteY13" fmla="*/ 640080 h 640080"/>
              <a:gd name="connsiteX14" fmla="*/ 1038445 w 6040886"/>
              <a:gd name="connsiteY14" fmla="*/ 639425 h 640080"/>
              <a:gd name="connsiteX15" fmla="*/ 748403 w 6040886"/>
              <a:gd name="connsiteY15" fmla="*/ 639425 h 640080"/>
              <a:gd name="connsiteX16" fmla="*/ 747811 w 6040886"/>
              <a:gd name="connsiteY16" fmla="*/ 640080 h 640080"/>
              <a:gd name="connsiteX17" fmla="*/ 0 w 6040886"/>
              <a:gd name="connsiteY17" fmla="*/ 64008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040886" h="640080">
                <a:moveTo>
                  <a:pt x="578178" y="0"/>
                </a:moveTo>
                <a:lnTo>
                  <a:pt x="1325989" y="0"/>
                </a:lnTo>
                <a:lnTo>
                  <a:pt x="1325988" y="1"/>
                </a:lnTo>
                <a:lnTo>
                  <a:pt x="1616030" y="1"/>
                </a:lnTo>
                <a:lnTo>
                  <a:pt x="1616031" y="0"/>
                </a:lnTo>
                <a:lnTo>
                  <a:pt x="2363842" y="0"/>
                </a:lnTo>
                <a:lnTo>
                  <a:pt x="2363841" y="1"/>
                </a:lnTo>
                <a:lnTo>
                  <a:pt x="5003033" y="1"/>
                </a:lnTo>
                <a:lnTo>
                  <a:pt x="6040886" y="1"/>
                </a:lnTo>
                <a:lnTo>
                  <a:pt x="6040886" y="639425"/>
                </a:lnTo>
                <a:lnTo>
                  <a:pt x="5003033" y="639425"/>
                </a:lnTo>
                <a:lnTo>
                  <a:pt x="1786256" y="639425"/>
                </a:lnTo>
                <a:lnTo>
                  <a:pt x="1785664" y="640080"/>
                </a:lnTo>
                <a:lnTo>
                  <a:pt x="1037853" y="640080"/>
                </a:lnTo>
                <a:lnTo>
                  <a:pt x="1038445" y="639425"/>
                </a:lnTo>
                <a:lnTo>
                  <a:pt x="748403" y="639425"/>
                </a:lnTo>
                <a:lnTo>
                  <a:pt x="747811" y="640080"/>
                </a:lnTo>
                <a:lnTo>
                  <a:pt x="0" y="6400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901786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option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18B6BD21-0AB4-B242-2C2C-BE3AA9B14A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7207" y="-25506"/>
            <a:ext cx="11084333" cy="688350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DCF3DDC-C18D-F361-E1D3-0B7395A94BA1}"/>
              </a:ext>
            </a:extLst>
          </p:cNvPr>
          <p:cNvSpPr/>
          <p:nvPr userDrawn="1"/>
        </p:nvSpPr>
        <p:spPr>
          <a:xfrm flipH="1">
            <a:off x="387125" y="0"/>
            <a:ext cx="9002374" cy="145865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35000"/>
                </a:srgbClr>
              </a:gs>
              <a:gs pos="26000">
                <a:schemeClr val="bg1">
                  <a:alpha val="72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F749A4-DD11-E61F-97CA-19A41AE9E9BB}"/>
              </a:ext>
            </a:extLst>
          </p:cNvPr>
          <p:cNvSpPr/>
          <p:nvPr userDrawn="1"/>
        </p:nvSpPr>
        <p:spPr>
          <a:xfrm rot="5400000" flipH="1">
            <a:off x="5622807" y="288801"/>
            <a:ext cx="6883498" cy="625488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76000"/>
                </a:srgbClr>
              </a:gs>
              <a:gs pos="4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9248F0-3CCF-9D52-9E08-B9135097D054}"/>
              </a:ext>
            </a:extLst>
          </p:cNvPr>
          <p:cNvSpPr/>
          <p:nvPr userDrawn="1"/>
        </p:nvSpPr>
        <p:spPr>
          <a:xfrm rot="5400000" flipH="1">
            <a:off x="6532412" y="1198405"/>
            <a:ext cx="6883495" cy="443567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76000"/>
                </a:srgbClr>
              </a:gs>
              <a:gs pos="4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F8C813-FE6B-EE74-F378-2335E9959A88}"/>
              </a:ext>
            </a:extLst>
          </p:cNvPr>
          <p:cNvSpPr/>
          <p:nvPr userDrawn="1"/>
        </p:nvSpPr>
        <p:spPr>
          <a:xfrm rot="5400000">
            <a:off x="4711196" y="-924595"/>
            <a:ext cx="6238644" cy="804769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76000"/>
                </a:srgbClr>
              </a:gs>
              <a:gs pos="4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9CBCE1-13DC-1796-0B35-C73CFD256CBB}"/>
              </a:ext>
            </a:extLst>
          </p:cNvPr>
          <p:cNvSpPr/>
          <p:nvPr userDrawn="1"/>
        </p:nvSpPr>
        <p:spPr>
          <a:xfrm>
            <a:off x="4474216" y="0"/>
            <a:ext cx="6985819" cy="159885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35000"/>
                </a:srgbClr>
              </a:gs>
              <a:gs pos="26000">
                <a:schemeClr val="bg1">
                  <a:alpha val="72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842909-D174-EFE0-B78E-3DE3029C58CD}"/>
              </a:ext>
            </a:extLst>
          </p:cNvPr>
          <p:cNvSpPr/>
          <p:nvPr userDrawn="1"/>
        </p:nvSpPr>
        <p:spPr>
          <a:xfrm>
            <a:off x="-7206" y="6218576"/>
            <a:ext cx="7132199" cy="644643"/>
          </a:xfrm>
          <a:prstGeom prst="rect">
            <a:avLst/>
          </a:prstGeom>
          <a:solidFill>
            <a:srgbClr val="EA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1" name="Google Shape;150;p40">
            <a:extLst>
              <a:ext uri="{FF2B5EF4-FFF2-40B4-BE49-F238E27FC236}">
                <a16:creationId xmlns:a16="http://schemas.microsoft.com/office/drawing/2014/main" id="{713C6115-D7DB-508C-AA3A-C25055681171}"/>
              </a:ext>
            </a:extLst>
          </p:cNvPr>
          <p:cNvSpPr txBox="1"/>
          <p:nvPr userDrawn="1"/>
        </p:nvSpPr>
        <p:spPr>
          <a:xfrm>
            <a:off x="777240" y="6384395"/>
            <a:ext cx="4191001" cy="22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325" rIns="0" bIns="48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lang="en-US" sz="800" b="0" u="none" strike="noStrike" cap="none">
                <a:solidFill>
                  <a:schemeClr val="bg1">
                    <a:lumMod val="50000"/>
                  </a:schemeClr>
                </a:solidFill>
                <a:ea typeface="Arial"/>
                <a:cs typeface="Arial"/>
                <a:sym typeface="Arial"/>
              </a:rPr>
              <a:t>©2023 TRANSCELERATE BIOPHARMA INC., ALL RIGHTS RESERVED. 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E2D1B1B-ED14-F59F-C4B9-5272613212DA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862889" y="1465946"/>
            <a:ext cx="5762810" cy="180381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algn="l">
              <a:defRPr kumimoji="0" lang="en-US" sz="32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0E2A719-8850-A023-4CB4-236AE4009C7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862888" y="3449835"/>
            <a:ext cx="5762809" cy="508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5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 marL="182880" indent="0">
              <a:buNone/>
              <a:defRPr>
                <a:solidFill>
                  <a:schemeClr val="accent1"/>
                </a:solidFill>
              </a:defRPr>
            </a:lvl2pPr>
            <a:lvl3pPr marL="365760" indent="0">
              <a:buNone/>
              <a:defRPr>
                <a:solidFill>
                  <a:schemeClr val="accent1"/>
                </a:solidFill>
              </a:defRPr>
            </a:lvl3pPr>
            <a:lvl4pPr marL="548640" indent="0">
              <a:buNone/>
              <a:defRPr>
                <a:solidFill>
                  <a:schemeClr val="accent1"/>
                </a:solidFill>
              </a:defRPr>
            </a:lvl4pPr>
            <a:lvl5pPr marL="73152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8410817D-DE2A-C5E2-76A2-5154F9881189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5862569" y="4305851"/>
            <a:ext cx="5766302" cy="26168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B073571-C4D1-73E5-8135-02F071E3E417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862569" y="4710291"/>
            <a:ext cx="2817739" cy="204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0395740-AB6E-765E-AB18-E62C380599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8382" y="68924"/>
            <a:ext cx="2251496" cy="1143000"/>
          </a:xfrm>
          <a:prstGeom prst="rect">
            <a:avLst/>
          </a:prstGeom>
        </p:spPr>
      </p:pic>
      <p:sp>
        <p:nvSpPr>
          <p:cNvPr id="34" name="Freeform 33">
            <a:extLst>
              <a:ext uri="{FF2B5EF4-FFF2-40B4-BE49-F238E27FC236}">
                <a16:creationId xmlns:a16="http://schemas.microsoft.com/office/drawing/2014/main" id="{55556950-DD14-658D-FDCE-1ABD50C46F39}"/>
              </a:ext>
            </a:extLst>
          </p:cNvPr>
          <p:cNvSpPr/>
          <p:nvPr userDrawn="1"/>
        </p:nvSpPr>
        <p:spPr>
          <a:xfrm>
            <a:off x="6151113" y="6218576"/>
            <a:ext cx="6040886" cy="640080"/>
          </a:xfrm>
          <a:custGeom>
            <a:avLst/>
            <a:gdLst>
              <a:gd name="connsiteX0" fmla="*/ 578178 w 6040886"/>
              <a:gd name="connsiteY0" fmla="*/ 0 h 640080"/>
              <a:gd name="connsiteX1" fmla="*/ 1325989 w 6040886"/>
              <a:gd name="connsiteY1" fmla="*/ 0 h 640080"/>
              <a:gd name="connsiteX2" fmla="*/ 1325988 w 6040886"/>
              <a:gd name="connsiteY2" fmla="*/ 1 h 640080"/>
              <a:gd name="connsiteX3" fmla="*/ 1616030 w 6040886"/>
              <a:gd name="connsiteY3" fmla="*/ 1 h 640080"/>
              <a:gd name="connsiteX4" fmla="*/ 1616031 w 6040886"/>
              <a:gd name="connsiteY4" fmla="*/ 0 h 640080"/>
              <a:gd name="connsiteX5" fmla="*/ 2363842 w 6040886"/>
              <a:gd name="connsiteY5" fmla="*/ 0 h 640080"/>
              <a:gd name="connsiteX6" fmla="*/ 2363841 w 6040886"/>
              <a:gd name="connsiteY6" fmla="*/ 1 h 640080"/>
              <a:gd name="connsiteX7" fmla="*/ 5003033 w 6040886"/>
              <a:gd name="connsiteY7" fmla="*/ 1 h 640080"/>
              <a:gd name="connsiteX8" fmla="*/ 6040886 w 6040886"/>
              <a:gd name="connsiteY8" fmla="*/ 1 h 640080"/>
              <a:gd name="connsiteX9" fmla="*/ 6040886 w 6040886"/>
              <a:gd name="connsiteY9" fmla="*/ 639425 h 640080"/>
              <a:gd name="connsiteX10" fmla="*/ 5003033 w 6040886"/>
              <a:gd name="connsiteY10" fmla="*/ 639425 h 640080"/>
              <a:gd name="connsiteX11" fmla="*/ 1786256 w 6040886"/>
              <a:gd name="connsiteY11" fmla="*/ 639425 h 640080"/>
              <a:gd name="connsiteX12" fmla="*/ 1785664 w 6040886"/>
              <a:gd name="connsiteY12" fmla="*/ 640080 h 640080"/>
              <a:gd name="connsiteX13" fmla="*/ 1037853 w 6040886"/>
              <a:gd name="connsiteY13" fmla="*/ 640080 h 640080"/>
              <a:gd name="connsiteX14" fmla="*/ 1038445 w 6040886"/>
              <a:gd name="connsiteY14" fmla="*/ 639425 h 640080"/>
              <a:gd name="connsiteX15" fmla="*/ 748403 w 6040886"/>
              <a:gd name="connsiteY15" fmla="*/ 639425 h 640080"/>
              <a:gd name="connsiteX16" fmla="*/ 747811 w 6040886"/>
              <a:gd name="connsiteY16" fmla="*/ 640080 h 640080"/>
              <a:gd name="connsiteX17" fmla="*/ 0 w 6040886"/>
              <a:gd name="connsiteY17" fmla="*/ 64008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040886" h="640080">
                <a:moveTo>
                  <a:pt x="578178" y="0"/>
                </a:moveTo>
                <a:lnTo>
                  <a:pt x="1325989" y="0"/>
                </a:lnTo>
                <a:lnTo>
                  <a:pt x="1325988" y="1"/>
                </a:lnTo>
                <a:lnTo>
                  <a:pt x="1616030" y="1"/>
                </a:lnTo>
                <a:lnTo>
                  <a:pt x="1616031" y="0"/>
                </a:lnTo>
                <a:lnTo>
                  <a:pt x="2363842" y="0"/>
                </a:lnTo>
                <a:lnTo>
                  <a:pt x="2363841" y="1"/>
                </a:lnTo>
                <a:lnTo>
                  <a:pt x="5003033" y="1"/>
                </a:lnTo>
                <a:lnTo>
                  <a:pt x="6040886" y="1"/>
                </a:lnTo>
                <a:lnTo>
                  <a:pt x="6040886" y="639425"/>
                </a:lnTo>
                <a:lnTo>
                  <a:pt x="5003033" y="639425"/>
                </a:lnTo>
                <a:lnTo>
                  <a:pt x="1786256" y="639425"/>
                </a:lnTo>
                <a:lnTo>
                  <a:pt x="1785664" y="640080"/>
                </a:lnTo>
                <a:lnTo>
                  <a:pt x="1037853" y="640080"/>
                </a:lnTo>
                <a:lnTo>
                  <a:pt x="1038445" y="639425"/>
                </a:lnTo>
                <a:lnTo>
                  <a:pt x="748403" y="639425"/>
                </a:lnTo>
                <a:lnTo>
                  <a:pt x="747811" y="640080"/>
                </a:lnTo>
                <a:lnTo>
                  <a:pt x="0" y="6400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5D40C27B-514F-095F-62B3-AFAA2EB7BDE0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-1863" y="-32903"/>
            <a:ext cx="5951852" cy="685800"/>
          </a:xfrm>
          <a:custGeom>
            <a:avLst/>
            <a:gdLst>
              <a:gd name="connsiteX0" fmla="*/ 1913212 w 5951852"/>
              <a:gd name="connsiteY0" fmla="*/ 685800 h 685800"/>
              <a:gd name="connsiteX1" fmla="*/ 1111986 w 5951852"/>
              <a:gd name="connsiteY1" fmla="*/ 685800 h 685800"/>
              <a:gd name="connsiteX2" fmla="*/ 1112620 w 5951852"/>
              <a:gd name="connsiteY2" fmla="*/ 685098 h 685800"/>
              <a:gd name="connsiteX3" fmla="*/ 801861 w 5951852"/>
              <a:gd name="connsiteY3" fmla="*/ 685098 h 685800"/>
              <a:gd name="connsiteX4" fmla="*/ 801226 w 5951852"/>
              <a:gd name="connsiteY4" fmla="*/ 685800 h 685800"/>
              <a:gd name="connsiteX5" fmla="*/ 0 w 5951852"/>
              <a:gd name="connsiteY5" fmla="*/ 685800 h 685800"/>
              <a:gd name="connsiteX6" fmla="*/ 619477 w 5951852"/>
              <a:gd name="connsiteY6" fmla="*/ 0 h 685800"/>
              <a:gd name="connsiteX7" fmla="*/ 1420703 w 5951852"/>
              <a:gd name="connsiteY7" fmla="*/ 0 h 685800"/>
              <a:gd name="connsiteX8" fmla="*/ 1420702 w 5951852"/>
              <a:gd name="connsiteY8" fmla="*/ 1 h 685800"/>
              <a:gd name="connsiteX9" fmla="*/ 1731461 w 5951852"/>
              <a:gd name="connsiteY9" fmla="*/ 1 h 685800"/>
              <a:gd name="connsiteX10" fmla="*/ 1731462 w 5951852"/>
              <a:gd name="connsiteY10" fmla="*/ 0 h 685800"/>
              <a:gd name="connsiteX11" fmla="*/ 2532688 w 5951852"/>
              <a:gd name="connsiteY11" fmla="*/ 0 h 685800"/>
              <a:gd name="connsiteX12" fmla="*/ 2532687 w 5951852"/>
              <a:gd name="connsiteY12" fmla="*/ 1 h 685800"/>
              <a:gd name="connsiteX13" fmla="*/ 5360392 w 5951852"/>
              <a:gd name="connsiteY13" fmla="*/ 1 h 685800"/>
              <a:gd name="connsiteX14" fmla="*/ 5951852 w 5951852"/>
              <a:gd name="connsiteY14" fmla="*/ 1 h 685800"/>
              <a:gd name="connsiteX15" fmla="*/ 5951852 w 5951852"/>
              <a:gd name="connsiteY15" fmla="*/ 685098 h 685800"/>
              <a:gd name="connsiteX16" fmla="*/ 5360392 w 5951852"/>
              <a:gd name="connsiteY16" fmla="*/ 685098 h 685800"/>
              <a:gd name="connsiteX17" fmla="*/ 1913846 w 5951852"/>
              <a:gd name="connsiteY17" fmla="*/ 685098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951852" h="685800">
                <a:moveTo>
                  <a:pt x="1913212" y="685800"/>
                </a:moveTo>
                <a:lnTo>
                  <a:pt x="1111986" y="685800"/>
                </a:lnTo>
                <a:lnTo>
                  <a:pt x="1112620" y="685098"/>
                </a:lnTo>
                <a:lnTo>
                  <a:pt x="801861" y="685098"/>
                </a:lnTo>
                <a:lnTo>
                  <a:pt x="801226" y="685800"/>
                </a:lnTo>
                <a:lnTo>
                  <a:pt x="0" y="685800"/>
                </a:lnTo>
                <a:lnTo>
                  <a:pt x="619477" y="0"/>
                </a:lnTo>
                <a:lnTo>
                  <a:pt x="1420703" y="0"/>
                </a:lnTo>
                <a:lnTo>
                  <a:pt x="1420702" y="1"/>
                </a:lnTo>
                <a:lnTo>
                  <a:pt x="1731461" y="1"/>
                </a:lnTo>
                <a:lnTo>
                  <a:pt x="1731462" y="0"/>
                </a:lnTo>
                <a:lnTo>
                  <a:pt x="2532688" y="0"/>
                </a:lnTo>
                <a:lnTo>
                  <a:pt x="2532687" y="1"/>
                </a:lnTo>
                <a:lnTo>
                  <a:pt x="5360392" y="1"/>
                </a:lnTo>
                <a:lnTo>
                  <a:pt x="5951852" y="1"/>
                </a:lnTo>
                <a:lnTo>
                  <a:pt x="5951852" y="685098"/>
                </a:lnTo>
                <a:lnTo>
                  <a:pt x="5360392" y="685098"/>
                </a:lnTo>
                <a:lnTo>
                  <a:pt x="1913846" y="6850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D2C3CB-5128-4E58-EC00-F79E9EA08457}"/>
              </a:ext>
            </a:extLst>
          </p:cNvPr>
          <p:cNvGrpSpPr/>
          <p:nvPr userDrawn="1"/>
        </p:nvGrpSpPr>
        <p:grpSpPr>
          <a:xfrm>
            <a:off x="8784461" y="5051424"/>
            <a:ext cx="3054729" cy="1803813"/>
            <a:chOff x="8784461" y="5079999"/>
            <a:chExt cx="3054729" cy="1803813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A3FDC1C-5C50-E877-3DD0-67743F4E269F}"/>
                </a:ext>
              </a:extLst>
            </p:cNvPr>
            <p:cNvSpPr/>
            <p:nvPr userDrawn="1"/>
          </p:nvSpPr>
          <p:spPr>
            <a:xfrm>
              <a:off x="8784461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F6735FA-FBC8-4C22-3AB5-0E98AC77F815}"/>
                </a:ext>
              </a:extLst>
            </p:cNvPr>
            <p:cNvSpPr/>
            <p:nvPr userDrawn="1"/>
          </p:nvSpPr>
          <p:spPr>
            <a:xfrm>
              <a:off x="9654793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389872C-23E0-9BA1-3D1C-4FFBD752E04F}"/>
                </a:ext>
              </a:extLst>
            </p:cNvPr>
            <p:cNvSpPr/>
            <p:nvPr userDrawn="1"/>
          </p:nvSpPr>
          <p:spPr>
            <a:xfrm>
              <a:off x="10525127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2804041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/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EF8C813-FE6B-EE74-F378-2335E9959A88}"/>
              </a:ext>
            </a:extLst>
          </p:cNvPr>
          <p:cNvSpPr/>
          <p:nvPr userDrawn="1"/>
        </p:nvSpPr>
        <p:spPr>
          <a:xfrm rot="16200000">
            <a:off x="2164909" y="1959324"/>
            <a:ext cx="6238644" cy="227985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76000"/>
                </a:srgbClr>
              </a:gs>
              <a:gs pos="4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842909-D174-EFE0-B78E-3DE3029C58CD}"/>
              </a:ext>
            </a:extLst>
          </p:cNvPr>
          <p:cNvSpPr/>
          <p:nvPr userDrawn="1"/>
        </p:nvSpPr>
        <p:spPr>
          <a:xfrm>
            <a:off x="-7206" y="6218576"/>
            <a:ext cx="7132199" cy="644643"/>
          </a:xfrm>
          <a:prstGeom prst="rect">
            <a:avLst/>
          </a:prstGeom>
          <a:solidFill>
            <a:srgbClr val="EA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1" name="Google Shape;150;p40">
            <a:extLst>
              <a:ext uri="{FF2B5EF4-FFF2-40B4-BE49-F238E27FC236}">
                <a16:creationId xmlns:a16="http://schemas.microsoft.com/office/drawing/2014/main" id="{713C6115-D7DB-508C-AA3A-C25055681171}"/>
              </a:ext>
            </a:extLst>
          </p:cNvPr>
          <p:cNvSpPr txBox="1"/>
          <p:nvPr userDrawn="1"/>
        </p:nvSpPr>
        <p:spPr>
          <a:xfrm>
            <a:off x="777240" y="6384395"/>
            <a:ext cx="4191001" cy="22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325" rIns="0" bIns="48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lang="en-US" sz="800" b="0" u="none" strike="noStrike" cap="none" dirty="0">
                <a:solidFill>
                  <a:schemeClr val="bg1">
                    <a:lumMod val="50000"/>
                  </a:schemeClr>
                </a:solidFill>
                <a:ea typeface="Arial"/>
                <a:cs typeface="Arial"/>
                <a:sym typeface="Arial"/>
              </a:rPr>
              <a:t>©2025 TRANSCELERATE BIOPHARMA INC., ALL RIGHTS RESERVED.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E2D1B1B-ED14-F59F-C4B9-5272613212DA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777239" y="1194291"/>
            <a:ext cx="5413248" cy="180381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algn="l">
              <a:defRPr kumimoji="0" lang="en-US" sz="32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0E2A719-8850-A023-4CB4-236AE4009C7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77238" y="3178180"/>
            <a:ext cx="5413248" cy="508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5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 marL="182880" indent="0">
              <a:buNone/>
              <a:defRPr>
                <a:solidFill>
                  <a:schemeClr val="accent1"/>
                </a:solidFill>
              </a:defRPr>
            </a:lvl2pPr>
            <a:lvl3pPr marL="365760" indent="0">
              <a:buNone/>
              <a:defRPr>
                <a:solidFill>
                  <a:schemeClr val="accent1"/>
                </a:solidFill>
              </a:defRPr>
            </a:lvl3pPr>
            <a:lvl4pPr marL="548640" indent="0">
              <a:buNone/>
              <a:defRPr>
                <a:solidFill>
                  <a:schemeClr val="accent1"/>
                </a:solidFill>
              </a:defRPr>
            </a:lvl4pPr>
            <a:lvl5pPr marL="73152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8410817D-DE2A-C5E2-76A2-5154F9881189}"/>
              </a:ext>
            </a:extLst>
          </p:cNvPr>
          <p:cNvSpPr>
            <a:spLocks noGrp="1"/>
          </p:cNvSpPr>
          <p:nvPr userDrawn="1">
            <p:ph sz="quarter" idx="11"/>
          </p:nvPr>
        </p:nvSpPr>
        <p:spPr>
          <a:xfrm>
            <a:off x="777238" y="3876060"/>
            <a:ext cx="5413248" cy="52124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B073571-C4D1-73E5-8135-02F071E3E417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777240" y="4555224"/>
            <a:ext cx="2397475" cy="3254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F8249C4-387D-65FC-CA0C-F3D2C6C7D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8382" y="68924"/>
            <a:ext cx="2251496" cy="1143000"/>
          </a:xfrm>
          <a:prstGeom prst="rect">
            <a:avLst/>
          </a:prstGeom>
        </p:spPr>
      </p:pic>
      <p:sp>
        <p:nvSpPr>
          <p:cNvPr id="46" name="Freeform 45">
            <a:extLst>
              <a:ext uri="{FF2B5EF4-FFF2-40B4-BE49-F238E27FC236}">
                <a16:creationId xmlns:a16="http://schemas.microsoft.com/office/drawing/2014/main" id="{24F2CA0C-5A07-8CCA-84DC-6955EE26F6BC}"/>
              </a:ext>
            </a:extLst>
          </p:cNvPr>
          <p:cNvSpPr/>
          <p:nvPr userDrawn="1"/>
        </p:nvSpPr>
        <p:spPr>
          <a:xfrm>
            <a:off x="6151113" y="6218576"/>
            <a:ext cx="6040886" cy="640080"/>
          </a:xfrm>
          <a:custGeom>
            <a:avLst/>
            <a:gdLst>
              <a:gd name="connsiteX0" fmla="*/ 578178 w 6040886"/>
              <a:gd name="connsiteY0" fmla="*/ 0 h 640080"/>
              <a:gd name="connsiteX1" fmla="*/ 1325989 w 6040886"/>
              <a:gd name="connsiteY1" fmla="*/ 0 h 640080"/>
              <a:gd name="connsiteX2" fmla="*/ 1325988 w 6040886"/>
              <a:gd name="connsiteY2" fmla="*/ 1 h 640080"/>
              <a:gd name="connsiteX3" fmla="*/ 1616030 w 6040886"/>
              <a:gd name="connsiteY3" fmla="*/ 1 h 640080"/>
              <a:gd name="connsiteX4" fmla="*/ 1616031 w 6040886"/>
              <a:gd name="connsiteY4" fmla="*/ 0 h 640080"/>
              <a:gd name="connsiteX5" fmla="*/ 2363842 w 6040886"/>
              <a:gd name="connsiteY5" fmla="*/ 0 h 640080"/>
              <a:gd name="connsiteX6" fmla="*/ 2363841 w 6040886"/>
              <a:gd name="connsiteY6" fmla="*/ 1 h 640080"/>
              <a:gd name="connsiteX7" fmla="*/ 5003033 w 6040886"/>
              <a:gd name="connsiteY7" fmla="*/ 1 h 640080"/>
              <a:gd name="connsiteX8" fmla="*/ 6040886 w 6040886"/>
              <a:gd name="connsiteY8" fmla="*/ 1 h 640080"/>
              <a:gd name="connsiteX9" fmla="*/ 6040886 w 6040886"/>
              <a:gd name="connsiteY9" fmla="*/ 639425 h 640080"/>
              <a:gd name="connsiteX10" fmla="*/ 5003033 w 6040886"/>
              <a:gd name="connsiteY10" fmla="*/ 639425 h 640080"/>
              <a:gd name="connsiteX11" fmla="*/ 1786256 w 6040886"/>
              <a:gd name="connsiteY11" fmla="*/ 639425 h 640080"/>
              <a:gd name="connsiteX12" fmla="*/ 1785664 w 6040886"/>
              <a:gd name="connsiteY12" fmla="*/ 640080 h 640080"/>
              <a:gd name="connsiteX13" fmla="*/ 1037853 w 6040886"/>
              <a:gd name="connsiteY13" fmla="*/ 640080 h 640080"/>
              <a:gd name="connsiteX14" fmla="*/ 1038445 w 6040886"/>
              <a:gd name="connsiteY14" fmla="*/ 639425 h 640080"/>
              <a:gd name="connsiteX15" fmla="*/ 748403 w 6040886"/>
              <a:gd name="connsiteY15" fmla="*/ 639425 h 640080"/>
              <a:gd name="connsiteX16" fmla="*/ 747811 w 6040886"/>
              <a:gd name="connsiteY16" fmla="*/ 640080 h 640080"/>
              <a:gd name="connsiteX17" fmla="*/ 0 w 6040886"/>
              <a:gd name="connsiteY17" fmla="*/ 64008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040886" h="640080">
                <a:moveTo>
                  <a:pt x="578178" y="0"/>
                </a:moveTo>
                <a:lnTo>
                  <a:pt x="1325989" y="0"/>
                </a:lnTo>
                <a:lnTo>
                  <a:pt x="1325988" y="1"/>
                </a:lnTo>
                <a:lnTo>
                  <a:pt x="1616030" y="1"/>
                </a:lnTo>
                <a:lnTo>
                  <a:pt x="1616031" y="0"/>
                </a:lnTo>
                <a:lnTo>
                  <a:pt x="2363842" y="0"/>
                </a:lnTo>
                <a:lnTo>
                  <a:pt x="2363841" y="1"/>
                </a:lnTo>
                <a:lnTo>
                  <a:pt x="5003033" y="1"/>
                </a:lnTo>
                <a:lnTo>
                  <a:pt x="6040886" y="1"/>
                </a:lnTo>
                <a:lnTo>
                  <a:pt x="6040886" y="639425"/>
                </a:lnTo>
                <a:lnTo>
                  <a:pt x="5003033" y="639425"/>
                </a:lnTo>
                <a:lnTo>
                  <a:pt x="1786256" y="639425"/>
                </a:lnTo>
                <a:lnTo>
                  <a:pt x="1785664" y="640080"/>
                </a:lnTo>
                <a:lnTo>
                  <a:pt x="1037853" y="640080"/>
                </a:lnTo>
                <a:lnTo>
                  <a:pt x="1038445" y="639425"/>
                </a:lnTo>
                <a:lnTo>
                  <a:pt x="748403" y="639425"/>
                </a:lnTo>
                <a:lnTo>
                  <a:pt x="747811" y="640080"/>
                </a:lnTo>
                <a:lnTo>
                  <a:pt x="0" y="6400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7AF3BB35-45B1-2E5A-2B03-E79C37DE0515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32903"/>
            <a:ext cx="6472378" cy="685800"/>
          </a:xfrm>
          <a:custGeom>
            <a:avLst/>
            <a:gdLst>
              <a:gd name="connsiteX0" fmla="*/ 578178 w 6040886"/>
              <a:gd name="connsiteY0" fmla="*/ 0 h 640080"/>
              <a:gd name="connsiteX1" fmla="*/ 1325989 w 6040886"/>
              <a:gd name="connsiteY1" fmla="*/ 0 h 640080"/>
              <a:gd name="connsiteX2" fmla="*/ 1325988 w 6040886"/>
              <a:gd name="connsiteY2" fmla="*/ 1 h 640080"/>
              <a:gd name="connsiteX3" fmla="*/ 1616030 w 6040886"/>
              <a:gd name="connsiteY3" fmla="*/ 1 h 640080"/>
              <a:gd name="connsiteX4" fmla="*/ 1616031 w 6040886"/>
              <a:gd name="connsiteY4" fmla="*/ 0 h 640080"/>
              <a:gd name="connsiteX5" fmla="*/ 2363842 w 6040886"/>
              <a:gd name="connsiteY5" fmla="*/ 0 h 640080"/>
              <a:gd name="connsiteX6" fmla="*/ 2363841 w 6040886"/>
              <a:gd name="connsiteY6" fmla="*/ 1 h 640080"/>
              <a:gd name="connsiteX7" fmla="*/ 5003033 w 6040886"/>
              <a:gd name="connsiteY7" fmla="*/ 1 h 640080"/>
              <a:gd name="connsiteX8" fmla="*/ 6040886 w 6040886"/>
              <a:gd name="connsiteY8" fmla="*/ 1 h 640080"/>
              <a:gd name="connsiteX9" fmla="*/ 6040886 w 6040886"/>
              <a:gd name="connsiteY9" fmla="*/ 639425 h 640080"/>
              <a:gd name="connsiteX10" fmla="*/ 5003033 w 6040886"/>
              <a:gd name="connsiteY10" fmla="*/ 639425 h 640080"/>
              <a:gd name="connsiteX11" fmla="*/ 1786256 w 6040886"/>
              <a:gd name="connsiteY11" fmla="*/ 639425 h 640080"/>
              <a:gd name="connsiteX12" fmla="*/ 1785664 w 6040886"/>
              <a:gd name="connsiteY12" fmla="*/ 640080 h 640080"/>
              <a:gd name="connsiteX13" fmla="*/ 1037853 w 6040886"/>
              <a:gd name="connsiteY13" fmla="*/ 640080 h 640080"/>
              <a:gd name="connsiteX14" fmla="*/ 1038445 w 6040886"/>
              <a:gd name="connsiteY14" fmla="*/ 639425 h 640080"/>
              <a:gd name="connsiteX15" fmla="*/ 748403 w 6040886"/>
              <a:gd name="connsiteY15" fmla="*/ 639425 h 640080"/>
              <a:gd name="connsiteX16" fmla="*/ 747811 w 6040886"/>
              <a:gd name="connsiteY16" fmla="*/ 640080 h 640080"/>
              <a:gd name="connsiteX17" fmla="*/ 0 w 6040886"/>
              <a:gd name="connsiteY17" fmla="*/ 64008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040886" h="640080">
                <a:moveTo>
                  <a:pt x="578178" y="0"/>
                </a:moveTo>
                <a:lnTo>
                  <a:pt x="1325989" y="0"/>
                </a:lnTo>
                <a:lnTo>
                  <a:pt x="1325988" y="1"/>
                </a:lnTo>
                <a:lnTo>
                  <a:pt x="1616030" y="1"/>
                </a:lnTo>
                <a:lnTo>
                  <a:pt x="1616031" y="0"/>
                </a:lnTo>
                <a:lnTo>
                  <a:pt x="2363842" y="0"/>
                </a:lnTo>
                <a:lnTo>
                  <a:pt x="2363841" y="1"/>
                </a:lnTo>
                <a:lnTo>
                  <a:pt x="5003033" y="1"/>
                </a:lnTo>
                <a:lnTo>
                  <a:pt x="6040886" y="1"/>
                </a:lnTo>
                <a:lnTo>
                  <a:pt x="6040886" y="639425"/>
                </a:lnTo>
                <a:lnTo>
                  <a:pt x="5003033" y="639425"/>
                </a:lnTo>
                <a:lnTo>
                  <a:pt x="1786256" y="639425"/>
                </a:lnTo>
                <a:lnTo>
                  <a:pt x="1785664" y="640080"/>
                </a:lnTo>
                <a:lnTo>
                  <a:pt x="1037853" y="640080"/>
                </a:lnTo>
                <a:lnTo>
                  <a:pt x="1038445" y="639425"/>
                </a:lnTo>
                <a:lnTo>
                  <a:pt x="748403" y="639425"/>
                </a:lnTo>
                <a:lnTo>
                  <a:pt x="747811" y="640080"/>
                </a:lnTo>
                <a:lnTo>
                  <a:pt x="0" y="64008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16FC37-F400-3AAA-2D3F-584EB3930BF4}"/>
              </a:ext>
            </a:extLst>
          </p:cNvPr>
          <p:cNvGrpSpPr/>
          <p:nvPr userDrawn="1"/>
        </p:nvGrpSpPr>
        <p:grpSpPr>
          <a:xfrm>
            <a:off x="8784461" y="5051424"/>
            <a:ext cx="3054729" cy="1803813"/>
            <a:chOff x="8784461" y="5079999"/>
            <a:chExt cx="3054729" cy="1803813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8B8F97C-A6CC-3C20-48AB-C313C36C61DD}"/>
                </a:ext>
              </a:extLst>
            </p:cNvPr>
            <p:cNvSpPr/>
            <p:nvPr userDrawn="1"/>
          </p:nvSpPr>
          <p:spPr>
            <a:xfrm>
              <a:off x="8784461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A4774AD-B002-FE77-AF6B-E66EFF27FB77}"/>
                </a:ext>
              </a:extLst>
            </p:cNvPr>
            <p:cNvSpPr/>
            <p:nvPr userDrawn="1"/>
          </p:nvSpPr>
          <p:spPr>
            <a:xfrm>
              <a:off x="9654793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DD589D8-FCE9-A866-6D86-F22DCFD09C8A}"/>
                </a:ext>
              </a:extLst>
            </p:cNvPr>
            <p:cNvSpPr/>
            <p:nvPr userDrawn="1"/>
          </p:nvSpPr>
          <p:spPr>
            <a:xfrm>
              <a:off x="10525127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19525086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6B6542-A536-EB4D-EB6A-B62F32290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13259" y="0"/>
            <a:ext cx="10478742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B5E86D9-641B-E921-8244-90E59EFEFC89}"/>
              </a:ext>
            </a:extLst>
          </p:cNvPr>
          <p:cNvSpPr/>
          <p:nvPr userDrawn="1"/>
        </p:nvSpPr>
        <p:spPr>
          <a:xfrm>
            <a:off x="4026311" y="0"/>
            <a:ext cx="8165690" cy="232625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35000"/>
                </a:srgbClr>
              </a:gs>
              <a:gs pos="26000">
                <a:schemeClr val="bg1">
                  <a:alpha val="72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C28FAB-5B76-B113-EB2A-79A03D51C980}"/>
              </a:ext>
            </a:extLst>
          </p:cNvPr>
          <p:cNvSpPr/>
          <p:nvPr userDrawn="1"/>
        </p:nvSpPr>
        <p:spPr>
          <a:xfrm rot="16200000">
            <a:off x="173736" y="-175600"/>
            <a:ext cx="6857996" cy="720919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76000"/>
                </a:srgbClr>
              </a:gs>
              <a:gs pos="4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9105CD-D015-8553-E8C2-353AB8E7F9C7}"/>
              </a:ext>
            </a:extLst>
          </p:cNvPr>
          <p:cNvSpPr/>
          <p:nvPr userDrawn="1"/>
        </p:nvSpPr>
        <p:spPr>
          <a:xfrm rot="16200000">
            <a:off x="-589709" y="587845"/>
            <a:ext cx="6857996" cy="568230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4016">
                <a:srgbClr val="FFFFFF">
                  <a:alpha val="76000"/>
                </a:srgbClr>
              </a:gs>
              <a:gs pos="4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C9A5B0-E0A9-4D0A-42CD-4A372DA406CC}"/>
              </a:ext>
            </a:extLst>
          </p:cNvPr>
          <p:cNvSpPr txBox="1"/>
          <p:nvPr userDrawn="1"/>
        </p:nvSpPr>
        <p:spPr>
          <a:xfrm>
            <a:off x="13851467" y="931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3A39F8-AB0A-FBE1-64BC-08D393B65D6E}"/>
              </a:ext>
            </a:extLst>
          </p:cNvPr>
          <p:cNvSpPr/>
          <p:nvPr userDrawn="1"/>
        </p:nvSpPr>
        <p:spPr>
          <a:xfrm>
            <a:off x="-1863" y="6218576"/>
            <a:ext cx="9392161" cy="644643"/>
          </a:xfrm>
          <a:prstGeom prst="rect">
            <a:avLst/>
          </a:prstGeom>
          <a:solidFill>
            <a:srgbClr val="EA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77240" y="2852928"/>
            <a:ext cx="4678817" cy="77559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defRPr kumimoji="0" lang="en-US" sz="30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7437B6-8532-4BBD-A10C-DB13BC5DF148}"/>
              </a:ext>
            </a:extLst>
          </p:cNvPr>
          <p:cNvGrpSpPr/>
          <p:nvPr userDrawn="1"/>
        </p:nvGrpSpPr>
        <p:grpSpPr>
          <a:xfrm>
            <a:off x="5949989" y="5079999"/>
            <a:ext cx="3054729" cy="1803813"/>
            <a:chOff x="5949989" y="5079999"/>
            <a:chExt cx="3054729" cy="1803813"/>
          </a:xfrm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87B0502C-9E25-8380-4AD4-810E9C18CB46}"/>
                </a:ext>
              </a:extLst>
            </p:cNvPr>
            <p:cNvSpPr/>
            <p:nvPr/>
          </p:nvSpPr>
          <p:spPr>
            <a:xfrm>
              <a:off x="5949989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768080EE-E30E-9265-E94C-FCE397A5BBFA}"/>
                </a:ext>
              </a:extLst>
            </p:cNvPr>
            <p:cNvSpPr/>
            <p:nvPr/>
          </p:nvSpPr>
          <p:spPr>
            <a:xfrm>
              <a:off x="6820321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8CC4F3B3-D264-1C70-5B85-218C064D40F8}"/>
                </a:ext>
              </a:extLst>
            </p:cNvPr>
            <p:cNvSpPr/>
            <p:nvPr/>
          </p:nvSpPr>
          <p:spPr>
            <a:xfrm>
              <a:off x="7690655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</p:grpSp>
      <p:sp>
        <p:nvSpPr>
          <p:cNvPr id="47" name="Google Shape;150;p40">
            <a:extLst>
              <a:ext uri="{FF2B5EF4-FFF2-40B4-BE49-F238E27FC236}">
                <a16:creationId xmlns:a16="http://schemas.microsoft.com/office/drawing/2014/main" id="{D3A371F4-0A04-6BD5-028A-C908BA840FC3}"/>
              </a:ext>
            </a:extLst>
          </p:cNvPr>
          <p:cNvSpPr txBox="1"/>
          <p:nvPr userDrawn="1"/>
        </p:nvSpPr>
        <p:spPr>
          <a:xfrm>
            <a:off x="777240" y="6384395"/>
            <a:ext cx="4191001" cy="22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325" rIns="0" bIns="48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lang="en-US" sz="800" b="0" u="none" strike="noStrike" cap="none">
                <a:solidFill>
                  <a:schemeClr val="bg1">
                    <a:lumMod val="50000"/>
                  </a:schemeClr>
                </a:solidFill>
                <a:ea typeface="Arial"/>
                <a:cs typeface="Arial"/>
                <a:sym typeface="Arial"/>
              </a:rPr>
              <a:t>©2023 TRANSCELERATE BIOPHARMA INC., ALL RIGHTS RESERVED. 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347F111-07B1-8F26-0AF0-94B332BC8469}"/>
              </a:ext>
            </a:extLst>
          </p:cNvPr>
          <p:cNvSpPr/>
          <p:nvPr userDrawn="1"/>
        </p:nvSpPr>
        <p:spPr>
          <a:xfrm>
            <a:off x="8768326" y="6218576"/>
            <a:ext cx="3423674" cy="640080"/>
          </a:xfrm>
          <a:custGeom>
            <a:avLst/>
            <a:gdLst>
              <a:gd name="connsiteX0" fmla="*/ 578178 w 3423674"/>
              <a:gd name="connsiteY0" fmla="*/ 0 h 640080"/>
              <a:gd name="connsiteX1" fmla="*/ 1325989 w 3423674"/>
              <a:gd name="connsiteY1" fmla="*/ 0 h 640080"/>
              <a:gd name="connsiteX2" fmla="*/ 1325988 w 3423674"/>
              <a:gd name="connsiteY2" fmla="*/ 1 h 640080"/>
              <a:gd name="connsiteX3" fmla="*/ 3423674 w 3423674"/>
              <a:gd name="connsiteY3" fmla="*/ 1 h 640080"/>
              <a:gd name="connsiteX4" fmla="*/ 3423674 w 3423674"/>
              <a:gd name="connsiteY4" fmla="*/ 639425 h 640080"/>
              <a:gd name="connsiteX5" fmla="*/ 748403 w 3423674"/>
              <a:gd name="connsiteY5" fmla="*/ 639425 h 640080"/>
              <a:gd name="connsiteX6" fmla="*/ 747811 w 3423674"/>
              <a:gd name="connsiteY6" fmla="*/ 640080 h 640080"/>
              <a:gd name="connsiteX7" fmla="*/ 0 w 3423674"/>
              <a:gd name="connsiteY7" fmla="*/ 64008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3674" h="640080">
                <a:moveTo>
                  <a:pt x="578178" y="0"/>
                </a:moveTo>
                <a:lnTo>
                  <a:pt x="1325989" y="0"/>
                </a:lnTo>
                <a:lnTo>
                  <a:pt x="1325988" y="1"/>
                </a:lnTo>
                <a:lnTo>
                  <a:pt x="3423674" y="1"/>
                </a:lnTo>
                <a:lnTo>
                  <a:pt x="3423674" y="639425"/>
                </a:lnTo>
                <a:lnTo>
                  <a:pt x="748403" y="639425"/>
                </a:lnTo>
                <a:lnTo>
                  <a:pt x="747811" y="640080"/>
                </a:lnTo>
                <a:lnTo>
                  <a:pt x="0" y="6400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4DB3BE-3A94-5AED-FDF6-C670198965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8382" y="68924"/>
            <a:ext cx="2251496" cy="1143000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00EDA4BD-038D-897E-28ED-20D3904DC910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-1863" y="-32903"/>
            <a:ext cx="5951852" cy="685800"/>
          </a:xfrm>
          <a:custGeom>
            <a:avLst/>
            <a:gdLst>
              <a:gd name="connsiteX0" fmla="*/ 1913212 w 5951852"/>
              <a:gd name="connsiteY0" fmla="*/ 685800 h 685800"/>
              <a:gd name="connsiteX1" fmla="*/ 1111986 w 5951852"/>
              <a:gd name="connsiteY1" fmla="*/ 685800 h 685800"/>
              <a:gd name="connsiteX2" fmla="*/ 1112620 w 5951852"/>
              <a:gd name="connsiteY2" fmla="*/ 685098 h 685800"/>
              <a:gd name="connsiteX3" fmla="*/ 801861 w 5951852"/>
              <a:gd name="connsiteY3" fmla="*/ 685098 h 685800"/>
              <a:gd name="connsiteX4" fmla="*/ 801226 w 5951852"/>
              <a:gd name="connsiteY4" fmla="*/ 685800 h 685800"/>
              <a:gd name="connsiteX5" fmla="*/ 0 w 5951852"/>
              <a:gd name="connsiteY5" fmla="*/ 685800 h 685800"/>
              <a:gd name="connsiteX6" fmla="*/ 619477 w 5951852"/>
              <a:gd name="connsiteY6" fmla="*/ 0 h 685800"/>
              <a:gd name="connsiteX7" fmla="*/ 1420703 w 5951852"/>
              <a:gd name="connsiteY7" fmla="*/ 0 h 685800"/>
              <a:gd name="connsiteX8" fmla="*/ 1420702 w 5951852"/>
              <a:gd name="connsiteY8" fmla="*/ 1 h 685800"/>
              <a:gd name="connsiteX9" fmla="*/ 1731461 w 5951852"/>
              <a:gd name="connsiteY9" fmla="*/ 1 h 685800"/>
              <a:gd name="connsiteX10" fmla="*/ 1731462 w 5951852"/>
              <a:gd name="connsiteY10" fmla="*/ 0 h 685800"/>
              <a:gd name="connsiteX11" fmla="*/ 2532688 w 5951852"/>
              <a:gd name="connsiteY11" fmla="*/ 0 h 685800"/>
              <a:gd name="connsiteX12" fmla="*/ 2532687 w 5951852"/>
              <a:gd name="connsiteY12" fmla="*/ 1 h 685800"/>
              <a:gd name="connsiteX13" fmla="*/ 5360392 w 5951852"/>
              <a:gd name="connsiteY13" fmla="*/ 1 h 685800"/>
              <a:gd name="connsiteX14" fmla="*/ 5951852 w 5951852"/>
              <a:gd name="connsiteY14" fmla="*/ 1 h 685800"/>
              <a:gd name="connsiteX15" fmla="*/ 5951852 w 5951852"/>
              <a:gd name="connsiteY15" fmla="*/ 685098 h 685800"/>
              <a:gd name="connsiteX16" fmla="*/ 5360392 w 5951852"/>
              <a:gd name="connsiteY16" fmla="*/ 685098 h 685800"/>
              <a:gd name="connsiteX17" fmla="*/ 1913846 w 5951852"/>
              <a:gd name="connsiteY17" fmla="*/ 685098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951852" h="685800">
                <a:moveTo>
                  <a:pt x="1913212" y="685800"/>
                </a:moveTo>
                <a:lnTo>
                  <a:pt x="1111986" y="685800"/>
                </a:lnTo>
                <a:lnTo>
                  <a:pt x="1112620" y="685098"/>
                </a:lnTo>
                <a:lnTo>
                  <a:pt x="801861" y="685098"/>
                </a:lnTo>
                <a:lnTo>
                  <a:pt x="801226" y="685800"/>
                </a:lnTo>
                <a:lnTo>
                  <a:pt x="0" y="685800"/>
                </a:lnTo>
                <a:lnTo>
                  <a:pt x="619477" y="0"/>
                </a:lnTo>
                <a:lnTo>
                  <a:pt x="1420703" y="0"/>
                </a:lnTo>
                <a:lnTo>
                  <a:pt x="1420702" y="1"/>
                </a:lnTo>
                <a:lnTo>
                  <a:pt x="1731461" y="1"/>
                </a:lnTo>
                <a:lnTo>
                  <a:pt x="1731462" y="0"/>
                </a:lnTo>
                <a:lnTo>
                  <a:pt x="2532688" y="0"/>
                </a:lnTo>
                <a:lnTo>
                  <a:pt x="2532687" y="1"/>
                </a:lnTo>
                <a:lnTo>
                  <a:pt x="5360392" y="1"/>
                </a:lnTo>
                <a:lnTo>
                  <a:pt x="5951852" y="1"/>
                </a:lnTo>
                <a:lnTo>
                  <a:pt x="5951852" y="685098"/>
                </a:lnTo>
                <a:lnTo>
                  <a:pt x="5360392" y="685098"/>
                </a:lnTo>
                <a:lnTo>
                  <a:pt x="1913846" y="6850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900FC-D1D3-7CCE-4033-EDFD76E40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14151" y="6395816"/>
            <a:ext cx="440804" cy="2856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69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w/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6C9A5B0-E0A9-4D0A-42CD-4A372DA406CC}"/>
              </a:ext>
            </a:extLst>
          </p:cNvPr>
          <p:cNvSpPr txBox="1"/>
          <p:nvPr userDrawn="1"/>
        </p:nvSpPr>
        <p:spPr>
          <a:xfrm>
            <a:off x="13851467" y="931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3A39F8-AB0A-FBE1-64BC-08D393B65D6E}"/>
              </a:ext>
            </a:extLst>
          </p:cNvPr>
          <p:cNvSpPr/>
          <p:nvPr userDrawn="1"/>
        </p:nvSpPr>
        <p:spPr>
          <a:xfrm>
            <a:off x="-1863" y="6218576"/>
            <a:ext cx="9392161" cy="644643"/>
          </a:xfrm>
          <a:prstGeom prst="rect">
            <a:avLst/>
          </a:prstGeom>
          <a:solidFill>
            <a:srgbClr val="EA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77240" y="2852928"/>
            <a:ext cx="4678817" cy="77559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defRPr kumimoji="0" lang="en-US" sz="30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7437B6-8532-4BBD-A10C-DB13BC5DF148}"/>
              </a:ext>
            </a:extLst>
          </p:cNvPr>
          <p:cNvGrpSpPr/>
          <p:nvPr userDrawn="1"/>
        </p:nvGrpSpPr>
        <p:grpSpPr>
          <a:xfrm>
            <a:off x="5949989" y="5079999"/>
            <a:ext cx="3054729" cy="1803813"/>
            <a:chOff x="5949989" y="5079999"/>
            <a:chExt cx="3054729" cy="1803813"/>
          </a:xfrm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87B0502C-9E25-8380-4AD4-810E9C18CB46}"/>
                </a:ext>
              </a:extLst>
            </p:cNvPr>
            <p:cNvSpPr/>
            <p:nvPr/>
          </p:nvSpPr>
          <p:spPr>
            <a:xfrm>
              <a:off x="5949989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768080EE-E30E-9265-E94C-FCE397A5BBFA}"/>
                </a:ext>
              </a:extLst>
            </p:cNvPr>
            <p:cNvSpPr/>
            <p:nvPr/>
          </p:nvSpPr>
          <p:spPr>
            <a:xfrm>
              <a:off x="6820321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8CC4F3B3-D264-1C70-5B85-218C064D40F8}"/>
                </a:ext>
              </a:extLst>
            </p:cNvPr>
            <p:cNvSpPr/>
            <p:nvPr/>
          </p:nvSpPr>
          <p:spPr>
            <a:xfrm>
              <a:off x="7690655" y="5079999"/>
              <a:ext cx="1314063" cy="1803813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</p:grpSp>
      <p:sp>
        <p:nvSpPr>
          <p:cNvPr id="47" name="Google Shape;150;p40">
            <a:extLst>
              <a:ext uri="{FF2B5EF4-FFF2-40B4-BE49-F238E27FC236}">
                <a16:creationId xmlns:a16="http://schemas.microsoft.com/office/drawing/2014/main" id="{D3A371F4-0A04-6BD5-028A-C908BA840FC3}"/>
              </a:ext>
            </a:extLst>
          </p:cNvPr>
          <p:cNvSpPr txBox="1"/>
          <p:nvPr userDrawn="1"/>
        </p:nvSpPr>
        <p:spPr>
          <a:xfrm>
            <a:off x="777240" y="6384395"/>
            <a:ext cx="4191001" cy="22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325" rIns="0" bIns="48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lang="en-US" sz="800" b="0" u="none" strike="noStrike" cap="none">
                <a:solidFill>
                  <a:schemeClr val="bg1">
                    <a:lumMod val="50000"/>
                  </a:schemeClr>
                </a:solidFill>
                <a:ea typeface="Arial"/>
                <a:cs typeface="Arial"/>
                <a:sym typeface="Arial"/>
              </a:rPr>
              <a:t>©2023 TRANSCELERATE BIOPHARMA INC., ALL RIGHTS RESERVED. 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347F111-07B1-8F26-0AF0-94B332BC8469}"/>
              </a:ext>
            </a:extLst>
          </p:cNvPr>
          <p:cNvSpPr/>
          <p:nvPr userDrawn="1"/>
        </p:nvSpPr>
        <p:spPr>
          <a:xfrm>
            <a:off x="8768326" y="6218576"/>
            <a:ext cx="3423674" cy="640080"/>
          </a:xfrm>
          <a:custGeom>
            <a:avLst/>
            <a:gdLst>
              <a:gd name="connsiteX0" fmla="*/ 578178 w 3423674"/>
              <a:gd name="connsiteY0" fmla="*/ 0 h 640080"/>
              <a:gd name="connsiteX1" fmla="*/ 1325989 w 3423674"/>
              <a:gd name="connsiteY1" fmla="*/ 0 h 640080"/>
              <a:gd name="connsiteX2" fmla="*/ 1325988 w 3423674"/>
              <a:gd name="connsiteY2" fmla="*/ 1 h 640080"/>
              <a:gd name="connsiteX3" fmla="*/ 3423674 w 3423674"/>
              <a:gd name="connsiteY3" fmla="*/ 1 h 640080"/>
              <a:gd name="connsiteX4" fmla="*/ 3423674 w 3423674"/>
              <a:gd name="connsiteY4" fmla="*/ 639425 h 640080"/>
              <a:gd name="connsiteX5" fmla="*/ 748403 w 3423674"/>
              <a:gd name="connsiteY5" fmla="*/ 639425 h 640080"/>
              <a:gd name="connsiteX6" fmla="*/ 747811 w 3423674"/>
              <a:gd name="connsiteY6" fmla="*/ 640080 h 640080"/>
              <a:gd name="connsiteX7" fmla="*/ 0 w 3423674"/>
              <a:gd name="connsiteY7" fmla="*/ 64008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3674" h="640080">
                <a:moveTo>
                  <a:pt x="578178" y="0"/>
                </a:moveTo>
                <a:lnTo>
                  <a:pt x="1325989" y="0"/>
                </a:lnTo>
                <a:lnTo>
                  <a:pt x="1325988" y="1"/>
                </a:lnTo>
                <a:lnTo>
                  <a:pt x="3423674" y="1"/>
                </a:lnTo>
                <a:lnTo>
                  <a:pt x="3423674" y="639425"/>
                </a:lnTo>
                <a:lnTo>
                  <a:pt x="748403" y="639425"/>
                </a:lnTo>
                <a:lnTo>
                  <a:pt x="747811" y="640080"/>
                </a:lnTo>
                <a:lnTo>
                  <a:pt x="0" y="6400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4DB3BE-3A94-5AED-FDF6-C670198965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8382" y="68924"/>
            <a:ext cx="2251496" cy="1143000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00EDA4BD-038D-897E-28ED-20D3904DC910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-1863" y="-32903"/>
            <a:ext cx="5951852" cy="685800"/>
          </a:xfrm>
          <a:custGeom>
            <a:avLst/>
            <a:gdLst>
              <a:gd name="connsiteX0" fmla="*/ 1913212 w 5951852"/>
              <a:gd name="connsiteY0" fmla="*/ 685800 h 685800"/>
              <a:gd name="connsiteX1" fmla="*/ 1111986 w 5951852"/>
              <a:gd name="connsiteY1" fmla="*/ 685800 h 685800"/>
              <a:gd name="connsiteX2" fmla="*/ 1112620 w 5951852"/>
              <a:gd name="connsiteY2" fmla="*/ 685098 h 685800"/>
              <a:gd name="connsiteX3" fmla="*/ 801861 w 5951852"/>
              <a:gd name="connsiteY3" fmla="*/ 685098 h 685800"/>
              <a:gd name="connsiteX4" fmla="*/ 801226 w 5951852"/>
              <a:gd name="connsiteY4" fmla="*/ 685800 h 685800"/>
              <a:gd name="connsiteX5" fmla="*/ 0 w 5951852"/>
              <a:gd name="connsiteY5" fmla="*/ 685800 h 685800"/>
              <a:gd name="connsiteX6" fmla="*/ 619477 w 5951852"/>
              <a:gd name="connsiteY6" fmla="*/ 0 h 685800"/>
              <a:gd name="connsiteX7" fmla="*/ 1420703 w 5951852"/>
              <a:gd name="connsiteY7" fmla="*/ 0 h 685800"/>
              <a:gd name="connsiteX8" fmla="*/ 1420702 w 5951852"/>
              <a:gd name="connsiteY8" fmla="*/ 1 h 685800"/>
              <a:gd name="connsiteX9" fmla="*/ 1731461 w 5951852"/>
              <a:gd name="connsiteY9" fmla="*/ 1 h 685800"/>
              <a:gd name="connsiteX10" fmla="*/ 1731462 w 5951852"/>
              <a:gd name="connsiteY10" fmla="*/ 0 h 685800"/>
              <a:gd name="connsiteX11" fmla="*/ 2532688 w 5951852"/>
              <a:gd name="connsiteY11" fmla="*/ 0 h 685800"/>
              <a:gd name="connsiteX12" fmla="*/ 2532687 w 5951852"/>
              <a:gd name="connsiteY12" fmla="*/ 1 h 685800"/>
              <a:gd name="connsiteX13" fmla="*/ 5360392 w 5951852"/>
              <a:gd name="connsiteY13" fmla="*/ 1 h 685800"/>
              <a:gd name="connsiteX14" fmla="*/ 5951852 w 5951852"/>
              <a:gd name="connsiteY14" fmla="*/ 1 h 685800"/>
              <a:gd name="connsiteX15" fmla="*/ 5951852 w 5951852"/>
              <a:gd name="connsiteY15" fmla="*/ 685098 h 685800"/>
              <a:gd name="connsiteX16" fmla="*/ 5360392 w 5951852"/>
              <a:gd name="connsiteY16" fmla="*/ 685098 h 685800"/>
              <a:gd name="connsiteX17" fmla="*/ 1913846 w 5951852"/>
              <a:gd name="connsiteY17" fmla="*/ 685098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951852" h="685800">
                <a:moveTo>
                  <a:pt x="1913212" y="685800"/>
                </a:moveTo>
                <a:lnTo>
                  <a:pt x="1111986" y="685800"/>
                </a:lnTo>
                <a:lnTo>
                  <a:pt x="1112620" y="685098"/>
                </a:lnTo>
                <a:lnTo>
                  <a:pt x="801861" y="685098"/>
                </a:lnTo>
                <a:lnTo>
                  <a:pt x="801226" y="685800"/>
                </a:lnTo>
                <a:lnTo>
                  <a:pt x="0" y="685800"/>
                </a:lnTo>
                <a:lnTo>
                  <a:pt x="619477" y="0"/>
                </a:lnTo>
                <a:lnTo>
                  <a:pt x="1420703" y="0"/>
                </a:lnTo>
                <a:lnTo>
                  <a:pt x="1420702" y="1"/>
                </a:lnTo>
                <a:lnTo>
                  <a:pt x="1731461" y="1"/>
                </a:lnTo>
                <a:lnTo>
                  <a:pt x="1731462" y="0"/>
                </a:lnTo>
                <a:lnTo>
                  <a:pt x="2532688" y="0"/>
                </a:lnTo>
                <a:lnTo>
                  <a:pt x="2532687" y="1"/>
                </a:lnTo>
                <a:lnTo>
                  <a:pt x="5360392" y="1"/>
                </a:lnTo>
                <a:lnTo>
                  <a:pt x="5951852" y="1"/>
                </a:lnTo>
                <a:lnTo>
                  <a:pt x="5951852" y="685098"/>
                </a:lnTo>
                <a:lnTo>
                  <a:pt x="5360392" y="685098"/>
                </a:lnTo>
                <a:lnTo>
                  <a:pt x="1913846" y="6850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3EFC14-9786-7757-7A85-E864F27AFC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14151" y="6395816"/>
            <a:ext cx="440804" cy="2856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24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2000" y="1328468"/>
            <a:ext cx="10804934" cy="461513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1400"/>
              </a:spcAft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Aft>
                <a:spcPts val="1400"/>
              </a:spcAft>
              <a:buFont typeface="System Font Regular"/>
              <a:buChar char="–"/>
              <a:defRPr sz="16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1400"/>
              </a:spcAft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Aft>
                <a:spcPts val="1400"/>
              </a:spcAft>
              <a:buFont typeface="System Font Regular"/>
              <a:buChar char="–"/>
              <a:defRPr sz="1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Aft>
                <a:spcPts val="140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err="1"/>
              <a:t>TESt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D8F0F-F7BF-9B06-4F2E-25CB84660C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683215"/>
            <a:ext cx="10835414" cy="359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95000"/>
              </a:lnSpc>
              <a:buNone/>
              <a:defRPr sz="2400" b="0" i="1">
                <a:solidFill>
                  <a:schemeClr val="accent1"/>
                </a:solidFill>
              </a:defRPr>
            </a:lvl1pPr>
            <a:lvl2pPr marL="182880" indent="0">
              <a:buNone/>
              <a:defRPr b="1">
                <a:solidFill>
                  <a:schemeClr val="accent1"/>
                </a:solidFill>
              </a:defRPr>
            </a:lvl2pPr>
            <a:lvl3pPr marL="365760" indent="0">
              <a:buNone/>
              <a:defRPr b="1">
                <a:solidFill>
                  <a:schemeClr val="accent1"/>
                </a:solidFill>
              </a:defRPr>
            </a:lvl3pPr>
            <a:lvl4pPr marL="548640" indent="0">
              <a:buNone/>
              <a:defRPr b="1">
                <a:solidFill>
                  <a:schemeClr val="accent1"/>
                </a:solidFill>
              </a:defRPr>
            </a:lvl4pPr>
            <a:lvl5pPr marL="731520" indent="0">
              <a:buNone/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F53228-58C8-193D-C533-17B52DFE927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4BE8E0E-E610-88EB-A1AD-2DEE7BB0EB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5243" y="324673"/>
            <a:ext cx="10779058" cy="3877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120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166648"/>
            <a:ext cx="10793550" cy="4776952"/>
          </a:xfrm>
          <a:prstGeom prst="rect">
            <a:avLst/>
          </a:prstGeom>
        </p:spPr>
        <p:txBody>
          <a:bodyPr lIns="0"/>
          <a:lstStyle>
            <a:lvl1pPr>
              <a:lnSpc>
                <a:spcPct val="100000"/>
              </a:lnSpc>
              <a:spcAft>
                <a:spcPts val="1400"/>
              </a:spcAft>
              <a:buSzPct val="110000"/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Aft>
                <a:spcPts val="1400"/>
              </a:spcAft>
              <a:buSzPct val="110000"/>
              <a:buFont typeface="System Font Regular"/>
              <a:buChar char="–"/>
              <a:defRPr sz="16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1400"/>
              </a:spcAft>
              <a:buSzPct val="110000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Aft>
                <a:spcPts val="1400"/>
              </a:spcAft>
              <a:buSzPct val="110000"/>
              <a:buFont typeface="System Font Regular"/>
              <a:buChar char="–"/>
              <a:defRPr sz="1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Aft>
                <a:spcPts val="1400"/>
              </a:spcAft>
              <a:buSzPct val="110000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19CC2-A301-8E4A-1718-A08145E22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04C61-6F84-9177-C9A7-6C3C507561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2169" y="1267578"/>
            <a:ext cx="3286973" cy="4676022"/>
          </a:xfrm>
          <a:prstGeom prst="rect">
            <a:avLst/>
          </a:prstGeo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1400"/>
              </a:spcAft>
              <a:defRPr sz="1600"/>
            </a:lvl1pPr>
            <a:lvl2pPr marL="365760" indent="-182880">
              <a:lnSpc>
                <a:spcPct val="100000"/>
              </a:lnSpc>
              <a:spcAft>
                <a:spcPts val="1400"/>
              </a:spcAft>
              <a:buFont typeface="System Font Regular"/>
              <a:buChar char="–"/>
              <a:defRPr sz="1600"/>
            </a:lvl2pPr>
            <a:lvl3pPr>
              <a:lnSpc>
                <a:spcPct val="100000"/>
              </a:lnSpc>
              <a:spcAft>
                <a:spcPts val="1400"/>
              </a:spcAft>
              <a:defRPr sz="1600"/>
            </a:lvl3pPr>
            <a:lvl4pPr marL="731520" indent="-182880">
              <a:lnSpc>
                <a:spcPct val="100000"/>
              </a:lnSpc>
              <a:spcAft>
                <a:spcPts val="1400"/>
              </a:spcAft>
              <a:buFont typeface="System Font Regular"/>
              <a:buChar char="–"/>
              <a:defRPr sz="1600"/>
            </a:lvl4pPr>
            <a:lvl5pPr>
              <a:lnSpc>
                <a:spcPct val="100000"/>
              </a:lnSpc>
              <a:spcAft>
                <a:spcPts val="140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EAF4CF9-E280-86A3-B8E3-8C9FDAB6E0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519748" y="1267578"/>
            <a:ext cx="3286973" cy="4676022"/>
          </a:xfrm>
          <a:prstGeom prst="rect">
            <a:avLst/>
          </a:prstGeo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1400"/>
              </a:spcAft>
              <a:defRPr sz="1600"/>
            </a:lvl1pPr>
            <a:lvl2pPr marL="365760" indent="-182880">
              <a:lnSpc>
                <a:spcPct val="100000"/>
              </a:lnSpc>
              <a:spcAft>
                <a:spcPts val="1400"/>
              </a:spcAft>
              <a:buFont typeface="System Font Regular"/>
              <a:buChar char="–"/>
              <a:defRPr sz="1600"/>
            </a:lvl2pPr>
            <a:lvl3pPr>
              <a:lnSpc>
                <a:spcPct val="100000"/>
              </a:lnSpc>
              <a:spcAft>
                <a:spcPts val="1400"/>
              </a:spcAft>
              <a:defRPr sz="1600"/>
            </a:lvl3pPr>
            <a:lvl4pPr marL="731520" indent="-182880">
              <a:lnSpc>
                <a:spcPct val="100000"/>
              </a:lnSpc>
              <a:spcAft>
                <a:spcPts val="1400"/>
              </a:spcAft>
              <a:buFont typeface="System Font Regular"/>
              <a:buChar char="–"/>
              <a:defRPr sz="1600"/>
            </a:lvl4pPr>
            <a:lvl5pPr>
              <a:lnSpc>
                <a:spcPct val="100000"/>
              </a:lnSpc>
              <a:spcAft>
                <a:spcPts val="140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CFC5CA7-64C5-E18A-596E-06D8830D3BD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57327" y="1267578"/>
            <a:ext cx="3286973" cy="4676022"/>
          </a:xfrm>
          <a:prstGeom prst="rect">
            <a:avLst/>
          </a:prstGeo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1400"/>
              </a:spcAft>
              <a:defRPr sz="1600"/>
            </a:lvl1pPr>
            <a:lvl2pPr marL="365760" indent="-182880">
              <a:lnSpc>
                <a:spcPct val="100000"/>
              </a:lnSpc>
              <a:spcAft>
                <a:spcPts val="1400"/>
              </a:spcAft>
              <a:buFont typeface="System Font Regular"/>
              <a:buChar char="–"/>
              <a:defRPr sz="1600"/>
            </a:lvl2pPr>
            <a:lvl3pPr>
              <a:lnSpc>
                <a:spcPct val="100000"/>
              </a:lnSpc>
              <a:spcAft>
                <a:spcPts val="1400"/>
              </a:spcAft>
              <a:defRPr sz="1600"/>
            </a:lvl3pPr>
            <a:lvl4pPr marL="731520" indent="-182880">
              <a:lnSpc>
                <a:spcPct val="100000"/>
              </a:lnSpc>
              <a:spcAft>
                <a:spcPts val="1400"/>
              </a:spcAft>
              <a:buFont typeface="System Font Regular"/>
              <a:buChar char="–"/>
              <a:defRPr sz="1600"/>
            </a:lvl4pPr>
            <a:lvl5pPr>
              <a:lnSpc>
                <a:spcPct val="100000"/>
              </a:lnSpc>
              <a:spcAft>
                <a:spcPts val="140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6248FD-5EFA-60EF-0B4B-414E489ADC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CAFAFC-E3E2-C304-7A3B-CACD669A2E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5243" y="324673"/>
            <a:ext cx="10779058" cy="3877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E7DCA82-2F99-096D-4A54-38D0A09347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2000" y="683215"/>
            <a:ext cx="10835414" cy="359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95000"/>
              </a:lnSpc>
              <a:buNone/>
              <a:defRPr sz="2400" b="0" i="1">
                <a:solidFill>
                  <a:schemeClr val="accent1"/>
                </a:solidFill>
              </a:defRPr>
            </a:lvl1pPr>
            <a:lvl2pPr marL="182880" indent="0">
              <a:buNone/>
              <a:defRPr b="1">
                <a:solidFill>
                  <a:schemeClr val="accent1"/>
                </a:solidFill>
              </a:defRPr>
            </a:lvl2pPr>
            <a:lvl3pPr marL="365760" indent="0">
              <a:buNone/>
              <a:defRPr b="1">
                <a:solidFill>
                  <a:schemeClr val="accent1"/>
                </a:solidFill>
              </a:defRPr>
            </a:lvl3pPr>
            <a:lvl4pPr marL="548640" indent="0">
              <a:buNone/>
              <a:defRPr b="1">
                <a:solidFill>
                  <a:schemeClr val="accent1"/>
                </a:solidFill>
              </a:defRPr>
            </a:lvl4pPr>
            <a:lvl5pPr marL="731520" indent="0">
              <a:buNone/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3508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o bo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1C7128-F28E-79DD-2DCC-CDE8C7FDB1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B8CB6D-1EE5-AA7C-0E94-507D32590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374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D8F0F-F7BF-9B06-4F2E-25CB84660C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683215"/>
            <a:ext cx="10835414" cy="359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95000"/>
              </a:lnSpc>
              <a:buNone/>
              <a:defRPr sz="2400" b="0" i="1">
                <a:solidFill>
                  <a:schemeClr val="accent1"/>
                </a:solidFill>
              </a:defRPr>
            </a:lvl1pPr>
            <a:lvl2pPr marL="182880" indent="0">
              <a:buNone/>
              <a:defRPr b="1">
                <a:solidFill>
                  <a:schemeClr val="accent1"/>
                </a:solidFill>
              </a:defRPr>
            </a:lvl2pPr>
            <a:lvl3pPr marL="365760" indent="0">
              <a:buNone/>
              <a:defRPr b="1">
                <a:solidFill>
                  <a:schemeClr val="accent1"/>
                </a:solidFill>
              </a:defRPr>
            </a:lvl3pPr>
            <a:lvl4pPr marL="548640" indent="0">
              <a:buNone/>
              <a:defRPr b="1">
                <a:solidFill>
                  <a:schemeClr val="accent1"/>
                </a:solidFill>
              </a:defRPr>
            </a:lvl4pPr>
            <a:lvl5pPr marL="731520" indent="0">
              <a:buNone/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F53228-58C8-193D-C533-17B52DFE927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4BE8E0E-E610-88EB-A1AD-2DEE7BB0EB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5243" y="324673"/>
            <a:ext cx="10779058" cy="3877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294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D4C7A-2A5B-B0FE-035B-D8072C85C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BBCF97-989D-2E99-0429-01DB76126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6409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A62DE4-29D9-6A0D-A8EE-549A4A1182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/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0268B75E-D7DB-594A-6485-2274867FDBB2}"/>
              </a:ext>
            </a:extLst>
          </p:cNvPr>
          <p:cNvSpPr/>
          <p:nvPr userDrawn="1"/>
        </p:nvSpPr>
        <p:spPr>
          <a:xfrm>
            <a:off x="11393186" y="6297235"/>
            <a:ext cx="317384" cy="359681"/>
          </a:xfrm>
          <a:custGeom>
            <a:avLst/>
            <a:gdLst>
              <a:gd name="connsiteX0" fmla="*/ 226542 w 317384"/>
              <a:gd name="connsiteY0" fmla="*/ 0 h 359681"/>
              <a:gd name="connsiteX1" fmla="*/ 317384 w 317384"/>
              <a:gd name="connsiteY1" fmla="*/ 0 h 359681"/>
              <a:gd name="connsiteX2" fmla="*/ 90842 w 317384"/>
              <a:gd name="connsiteY2" fmla="*/ 359681 h 359681"/>
              <a:gd name="connsiteX3" fmla="*/ 0 w 317384"/>
              <a:gd name="connsiteY3" fmla="*/ 359681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384" h="359681">
                <a:moveTo>
                  <a:pt x="226542" y="0"/>
                </a:moveTo>
                <a:lnTo>
                  <a:pt x="317384" y="0"/>
                </a:lnTo>
                <a:lnTo>
                  <a:pt x="90842" y="359681"/>
                </a:lnTo>
                <a:lnTo>
                  <a:pt x="0" y="3596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090A6246-B262-3047-1881-4A8BBB1D27F0}"/>
              </a:ext>
            </a:extLst>
          </p:cNvPr>
          <p:cNvSpPr/>
          <p:nvPr userDrawn="1"/>
        </p:nvSpPr>
        <p:spPr>
          <a:xfrm>
            <a:off x="11484218" y="6297235"/>
            <a:ext cx="570736" cy="359681"/>
          </a:xfrm>
          <a:custGeom>
            <a:avLst/>
            <a:gdLst>
              <a:gd name="connsiteX0" fmla="*/ 226352 w 570736"/>
              <a:gd name="connsiteY0" fmla="*/ 144532 h 359681"/>
              <a:gd name="connsiteX1" fmla="*/ 224249 w 570736"/>
              <a:gd name="connsiteY1" fmla="*/ 147871 h 359681"/>
              <a:gd name="connsiteX2" fmla="*/ 226352 w 570736"/>
              <a:gd name="connsiteY2" fmla="*/ 147871 h 359681"/>
              <a:gd name="connsiteX3" fmla="*/ 226352 w 570736"/>
              <a:gd name="connsiteY3" fmla="*/ 0 h 359681"/>
              <a:gd name="connsiteX4" fmla="*/ 226542 w 570736"/>
              <a:gd name="connsiteY4" fmla="*/ 0 h 359681"/>
              <a:gd name="connsiteX5" fmla="*/ 317384 w 570736"/>
              <a:gd name="connsiteY5" fmla="*/ 0 h 359681"/>
              <a:gd name="connsiteX6" fmla="*/ 570736 w 570736"/>
              <a:gd name="connsiteY6" fmla="*/ 0 h 359681"/>
              <a:gd name="connsiteX7" fmla="*/ 570736 w 570736"/>
              <a:gd name="connsiteY7" fmla="*/ 359681 h 359681"/>
              <a:gd name="connsiteX8" fmla="*/ 281534 w 570736"/>
              <a:gd name="connsiteY8" fmla="*/ 359681 h 359681"/>
              <a:gd name="connsiteX9" fmla="*/ 226352 w 570736"/>
              <a:gd name="connsiteY9" fmla="*/ 359681 h 359681"/>
              <a:gd name="connsiteX10" fmla="*/ 90842 w 570736"/>
              <a:gd name="connsiteY10" fmla="*/ 359681 h 359681"/>
              <a:gd name="connsiteX11" fmla="*/ 59152 w 570736"/>
              <a:gd name="connsiteY11" fmla="*/ 359681 h 359681"/>
              <a:gd name="connsiteX12" fmla="*/ 0 w 570736"/>
              <a:gd name="connsiteY12" fmla="*/ 359681 h 359681"/>
              <a:gd name="connsiteX13" fmla="*/ 226352 w 570736"/>
              <a:gd name="connsiteY13" fmla="*/ 302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0736" h="359681">
                <a:moveTo>
                  <a:pt x="226352" y="144532"/>
                </a:moveTo>
                <a:lnTo>
                  <a:pt x="224249" y="147871"/>
                </a:lnTo>
                <a:lnTo>
                  <a:pt x="226352" y="147871"/>
                </a:lnTo>
                <a:close/>
                <a:moveTo>
                  <a:pt x="226352" y="0"/>
                </a:moveTo>
                <a:lnTo>
                  <a:pt x="226542" y="0"/>
                </a:lnTo>
                <a:lnTo>
                  <a:pt x="317384" y="0"/>
                </a:lnTo>
                <a:lnTo>
                  <a:pt x="570736" y="0"/>
                </a:lnTo>
                <a:lnTo>
                  <a:pt x="570736" y="359681"/>
                </a:lnTo>
                <a:lnTo>
                  <a:pt x="281534" y="359681"/>
                </a:lnTo>
                <a:lnTo>
                  <a:pt x="226352" y="359681"/>
                </a:lnTo>
                <a:lnTo>
                  <a:pt x="90842" y="359681"/>
                </a:lnTo>
                <a:lnTo>
                  <a:pt x="59152" y="359681"/>
                </a:lnTo>
                <a:lnTo>
                  <a:pt x="0" y="359681"/>
                </a:lnTo>
                <a:lnTo>
                  <a:pt x="226352" y="3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911F8-CA12-5136-CACD-6BFEA02FD6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50326" y="5996097"/>
            <a:ext cx="1433113" cy="7275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A62DE4-29D9-6A0D-A8EE-549A4A1182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150;p40">
            <a:extLst>
              <a:ext uri="{FF2B5EF4-FFF2-40B4-BE49-F238E27FC236}">
                <a16:creationId xmlns:a16="http://schemas.microsoft.com/office/drawing/2014/main" id="{023738A2-34DD-FD2E-8E2E-7D89FAC2B85A}"/>
              </a:ext>
            </a:extLst>
          </p:cNvPr>
          <p:cNvSpPr txBox="1"/>
          <p:nvPr userDrawn="1"/>
        </p:nvSpPr>
        <p:spPr>
          <a:xfrm>
            <a:off x="777240" y="6384395"/>
            <a:ext cx="4191001" cy="22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325" rIns="0" bIns="48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lang="en-US" sz="800" b="0" u="none" strike="noStrike" cap="none">
                <a:solidFill>
                  <a:schemeClr val="bg1">
                    <a:lumMod val="50000"/>
                  </a:schemeClr>
                </a:solidFill>
                <a:ea typeface="Arial"/>
                <a:cs typeface="Arial"/>
                <a:sym typeface="Arial"/>
              </a:rPr>
              <a:t>©2023 TRANSCELERATE BIOPHARMA INC., ALL RIGHTS RESERVED. 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561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6C4C20E-4C52-FB66-BA09-0714A18FA992}"/>
              </a:ext>
            </a:extLst>
          </p:cNvPr>
          <p:cNvGrpSpPr/>
          <p:nvPr userDrawn="1"/>
        </p:nvGrpSpPr>
        <p:grpSpPr>
          <a:xfrm>
            <a:off x="8440812" y="5079999"/>
            <a:ext cx="3614142" cy="1803813"/>
            <a:chOff x="8440812" y="5079999"/>
            <a:chExt cx="3614142" cy="1803813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3B7DC24-24C2-533A-528D-78A92C943CF6}"/>
                </a:ext>
              </a:extLst>
            </p:cNvPr>
            <p:cNvSpPr/>
            <p:nvPr userDrawn="1"/>
          </p:nvSpPr>
          <p:spPr>
            <a:xfrm>
              <a:off x="11393186" y="6297235"/>
              <a:ext cx="317384" cy="359681"/>
            </a:xfrm>
            <a:custGeom>
              <a:avLst/>
              <a:gdLst>
                <a:gd name="connsiteX0" fmla="*/ 226542 w 317384"/>
                <a:gd name="connsiteY0" fmla="*/ 0 h 359681"/>
                <a:gd name="connsiteX1" fmla="*/ 317384 w 317384"/>
                <a:gd name="connsiteY1" fmla="*/ 0 h 359681"/>
                <a:gd name="connsiteX2" fmla="*/ 90842 w 317384"/>
                <a:gd name="connsiteY2" fmla="*/ 359681 h 359681"/>
                <a:gd name="connsiteX3" fmla="*/ 0 w 317384"/>
                <a:gd name="connsiteY3" fmla="*/ 359681 h 359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384" h="359681">
                  <a:moveTo>
                    <a:pt x="226542" y="0"/>
                  </a:moveTo>
                  <a:lnTo>
                    <a:pt x="317384" y="0"/>
                  </a:lnTo>
                  <a:lnTo>
                    <a:pt x="90842" y="359681"/>
                  </a:lnTo>
                  <a:lnTo>
                    <a:pt x="0" y="35968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A137864-A670-272D-7FF7-DF531956EA23}"/>
                </a:ext>
              </a:extLst>
            </p:cNvPr>
            <p:cNvSpPr/>
            <p:nvPr userDrawn="1"/>
          </p:nvSpPr>
          <p:spPr>
            <a:xfrm>
              <a:off x="11484218" y="6297235"/>
              <a:ext cx="570736" cy="359681"/>
            </a:xfrm>
            <a:custGeom>
              <a:avLst/>
              <a:gdLst>
                <a:gd name="connsiteX0" fmla="*/ 226352 w 570736"/>
                <a:gd name="connsiteY0" fmla="*/ 144532 h 359681"/>
                <a:gd name="connsiteX1" fmla="*/ 224249 w 570736"/>
                <a:gd name="connsiteY1" fmla="*/ 147871 h 359681"/>
                <a:gd name="connsiteX2" fmla="*/ 226352 w 570736"/>
                <a:gd name="connsiteY2" fmla="*/ 147871 h 359681"/>
                <a:gd name="connsiteX3" fmla="*/ 226352 w 570736"/>
                <a:gd name="connsiteY3" fmla="*/ 0 h 359681"/>
                <a:gd name="connsiteX4" fmla="*/ 226542 w 570736"/>
                <a:gd name="connsiteY4" fmla="*/ 0 h 359681"/>
                <a:gd name="connsiteX5" fmla="*/ 317384 w 570736"/>
                <a:gd name="connsiteY5" fmla="*/ 0 h 359681"/>
                <a:gd name="connsiteX6" fmla="*/ 570736 w 570736"/>
                <a:gd name="connsiteY6" fmla="*/ 0 h 359681"/>
                <a:gd name="connsiteX7" fmla="*/ 570736 w 570736"/>
                <a:gd name="connsiteY7" fmla="*/ 359681 h 359681"/>
                <a:gd name="connsiteX8" fmla="*/ 281534 w 570736"/>
                <a:gd name="connsiteY8" fmla="*/ 359681 h 359681"/>
                <a:gd name="connsiteX9" fmla="*/ 226352 w 570736"/>
                <a:gd name="connsiteY9" fmla="*/ 359681 h 359681"/>
                <a:gd name="connsiteX10" fmla="*/ 90842 w 570736"/>
                <a:gd name="connsiteY10" fmla="*/ 359681 h 359681"/>
                <a:gd name="connsiteX11" fmla="*/ 59152 w 570736"/>
                <a:gd name="connsiteY11" fmla="*/ 359681 h 359681"/>
                <a:gd name="connsiteX12" fmla="*/ 0 w 570736"/>
                <a:gd name="connsiteY12" fmla="*/ 359681 h 359681"/>
                <a:gd name="connsiteX13" fmla="*/ 226352 w 570736"/>
                <a:gd name="connsiteY13" fmla="*/ 302 h 359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0736" h="359681">
                  <a:moveTo>
                    <a:pt x="226352" y="144532"/>
                  </a:moveTo>
                  <a:lnTo>
                    <a:pt x="224249" y="147871"/>
                  </a:lnTo>
                  <a:lnTo>
                    <a:pt x="226352" y="147871"/>
                  </a:lnTo>
                  <a:close/>
                  <a:moveTo>
                    <a:pt x="226352" y="0"/>
                  </a:moveTo>
                  <a:lnTo>
                    <a:pt x="226542" y="0"/>
                  </a:lnTo>
                  <a:lnTo>
                    <a:pt x="317384" y="0"/>
                  </a:lnTo>
                  <a:lnTo>
                    <a:pt x="570736" y="0"/>
                  </a:lnTo>
                  <a:lnTo>
                    <a:pt x="570736" y="359681"/>
                  </a:lnTo>
                  <a:lnTo>
                    <a:pt x="281534" y="359681"/>
                  </a:lnTo>
                  <a:lnTo>
                    <a:pt x="226352" y="359681"/>
                  </a:lnTo>
                  <a:lnTo>
                    <a:pt x="90842" y="359681"/>
                  </a:lnTo>
                  <a:lnTo>
                    <a:pt x="59152" y="359681"/>
                  </a:lnTo>
                  <a:lnTo>
                    <a:pt x="0" y="359681"/>
                  </a:lnTo>
                  <a:lnTo>
                    <a:pt x="226352" y="30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55F6B41-A1F7-93D4-C1D8-1E8DCC84A3FC}"/>
                </a:ext>
              </a:extLst>
            </p:cNvPr>
            <p:cNvGrpSpPr/>
            <p:nvPr userDrawn="1"/>
          </p:nvGrpSpPr>
          <p:grpSpPr>
            <a:xfrm>
              <a:off x="8440812" y="5079999"/>
              <a:ext cx="3054729" cy="1803813"/>
              <a:chOff x="8454778" y="4717483"/>
              <a:chExt cx="3833449" cy="2263646"/>
            </a:xfrm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F84C679B-57BF-9052-A682-73C39A8B22D9}"/>
                  </a:ext>
                </a:extLst>
              </p:cNvPr>
              <p:cNvSpPr/>
              <p:nvPr/>
            </p:nvSpPr>
            <p:spPr>
              <a:xfrm>
                <a:off x="8454778" y="4717483"/>
                <a:ext cx="1649048" cy="2263646"/>
              </a:xfrm>
              <a:custGeom>
                <a:avLst/>
                <a:gdLst>
                  <a:gd name="connsiteX0" fmla="*/ 0 w 1854200"/>
                  <a:gd name="connsiteY0" fmla="*/ 0 h 2545256"/>
                  <a:gd name="connsiteX1" fmla="*/ 606986 w 1854200"/>
                  <a:gd name="connsiteY1" fmla="*/ 0 h 2545256"/>
                  <a:gd name="connsiteX2" fmla="*/ 1854200 w 1854200"/>
                  <a:gd name="connsiteY2" fmla="*/ 1272628 h 2545256"/>
                  <a:gd name="connsiteX3" fmla="*/ 606986 w 1854200"/>
                  <a:gd name="connsiteY3" fmla="*/ 2545256 h 2545256"/>
                  <a:gd name="connsiteX4" fmla="*/ 0 w 1854200"/>
                  <a:gd name="connsiteY4" fmla="*/ 2545256 h 2545256"/>
                  <a:gd name="connsiteX5" fmla="*/ 1247214 w 1854200"/>
                  <a:gd name="connsiteY5" fmla="*/ 1272628 h 2545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54200" h="2545256">
                    <a:moveTo>
                      <a:pt x="0" y="0"/>
                    </a:moveTo>
                    <a:lnTo>
                      <a:pt x="606986" y="0"/>
                    </a:lnTo>
                    <a:lnTo>
                      <a:pt x="1854200" y="1272628"/>
                    </a:lnTo>
                    <a:lnTo>
                      <a:pt x="606986" y="2545256"/>
                    </a:lnTo>
                    <a:lnTo>
                      <a:pt x="0" y="2545256"/>
                    </a:lnTo>
                    <a:lnTo>
                      <a:pt x="1247214" y="1272628"/>
                    </a:lnTo>
                    <a:close/>
                  </a:path>
                </a:pathLst>
              </a:custGeom>
              <a:solidFill>
                <a:srgbClr val="00AEEF">
                  <a:alpha val="2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400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7236AD3-E891-1780-58E7-3899198086B6}"/>
                  </a:ext>
                </a:extLst>
              </p:cNvPr>
              <p:cNvSpPr/>
              <p:nvPr/>
            </p:nvSpPr>
            <p:spPr>
              <a:xfrm>
                <a:off x="9546978" y="4717483"/>
                <a:ext cx="1649048" cy="2263646"/>
              </a:xfrm>
              <a:custGeom>
                <a:avLst/>
                <a:gdLst>
                  <a:gd name="connsiteX0" fmla="*/ 0 w 1854200"/>
                  <a:gd name="connsiteY0" fmla="*/ 0 h 2545256"/>
                  <a:gd name="connsiteX1" fmla="*/ 606986 w 1854200"/>
                  <a:gd name="connsiteY1" fmla="*/ 0 h 2545256"/>
                  <a:gd name="connsiteX2" fmla="*/ 1854200 w 1854200"/>
                  <a:gd name="connsiteY2" fmla="*/ 1272628 h 2545256"/>
                  <a:gd name="connsiteX3" fmla="*/ 606986 w 1854200"/>
                  <a:gd name="connsiteY3" fmla="*/ 2545256 h 2545256"/>
                  <a:gd name="connsiteX4" fmla="*/ 0 w 1854200"/>
                  <a:gd name="connsiteY4" fmla="*/ 2545256 h 2545256"/>
                  <a:gd name="connsiteX5" fmla="*/ 1247214 w 1854200"/>
                  <a:gd name="connsiteY5" fmla="*/ 1272628 h 2545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54200" h="2545256">
                    <a:moveTo>
                      <a:pt x="0" y="0"/>
                    </a:moveTo>
                    <a:lnTo>
                      <a:pt x="606986" y="0"/>
                    </a:lnTo>
                    <a:lnTo>
                      <a:pt x="1854200" y="1272628"/>
                    </a:lnTo>
                    <a:lnTo>
                      <a:pt x="606986" y="2545256"/>
                    </a:lnTo>
                    <a:lnTo>
                      <a:pt x="0" y="2545256"/>
                    </a:lnTo>
                    <a:lnTo>
                      <a:pt x="1247214" y="1272628"/>
                    </a:lnTo>
                    <a:close/>
                  </a:path>
                </a:pathLst>
              </a:custGeom>
              <a:solidFill>
                <a:srgbClr val="00AEEF">
                  <a:alpha val="2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en-US" sz="1400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A980C3B0-B8F3-4926-8ADB-C044507978EF}"/>
                  </a:ext>
                </a:extLst>
              </p:cNvPr>
              <p:cNvSpPr/>
              <p:nvPr/>
            </p:nvSpPr>
            <p:spPr>
              <a:xfrm>
                <a:off x="10639179" y="4717483"/>
                <a:ext cx="1649048" cy="2263646"/>
              </a:xfrm>
              <a:custGeom>
                <a:avLst/>
                <a:gdLst>
                  <a:gd name="connsiteX0" fmla="*/ 0 w 1854200"/>
                  <a:gd name="connsiteY0" fmla="*/ 0 h 2545256"/>
                  <a:gd name="connsiteX1" fmla="*/ 606986 w 1854200"/>
                  <a:gd name="connsiteY1" fmla="*/ 0 h 2545256"/>
                  <a:gd name="connsiteX2" fmla="*/ 1854200 w 1854200"/>
                  <a:gd name="connsiteY2" fmla="*/ 1272628 h 2545256"/>
                  <a:gd name="connsiteX3" fmla="*/ 606986 w 1854200"/>
                  <a:gd name="connsiteY3" fmla="*/ 2545256 h 2545256"/>
                  <a:gd name="connsiteX4" fmla="*/ 0 w 1854200"/>
                  <a:gd name="connsiteY4" fmla="*/ 2545256 h 2545256"/>
                  <a:gd name="connsiteX5" fmla="*/ 1247214 w 1854200"/>
                  <a:gd name="connsiteY5" fmla="*/ 1272628 h 2545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54200" h="2545256">
                    <a:moveTo>
                      <a:pt x="0" y="0"/>
                    </a:moveTo>
                    <a:lnTo>
                      <a:pt x="606986" y="0"/>
                    </a:lnTo>
                    <a:lnTo>
                      <a:pt x="1854200" y="1272628"/>
                    </a:lnTo>
                    <a:lnTo>
                      <a:pt x="606986" y="2545256"/>
                    </a:lnTo>
                    <a:lnTo>
                      <a:pt x="0" y="2545256"/>
                    </a:lnTo>
                    <a:lnTo>
                      <a:pt x="1247214" y="1272628"/>
                    </a:lnTo>
                    <a:close/>
                  </a:path>
                </a:pathLst>
              </a:custGeom>
              <a:solidFill>
                <a:srgbClr val="00AEEF">
                  <a:alpha val="2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en-US" sz="1400"/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FC63A1F-B752-94BC-2542-3A15EE4278B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950326" y="5996097"/>
              <a:ext cx="1433113" cy="727538"/>
            </a:xfrm>
            <a:prstGeom prst="rect">
              <a:avLst/>
            </a:prstGeom>
          </p:spPr>
        </p:pic>
      </p:grpSp>
      <p:sp>
        <p:nvSpPr>
          <p:cNvPr id="10" name="Google Shape;150;p40">
            <a:extLst>
              <a:ext uri="{FF2B5EF4-FFF2-40B4-BE49-F238E27FC236}">
                <a16:creationId xmlns:a16="http://schemas.microsoft.com/office/drawing/2014/main" id="{048EE994-2621-A8B4-01D2-98660F421B06}"/>
              </a:ext>
            </a:extLst>
          </p:cNvPr>
          <p:cNvSpPr txBox="1"/>
          <p:nvPr userDrawn="1"/>
        </p:nvSpPr>
        <p:spPr>
          <a:xfrm>
            <a:off x="640079" y="6384395"/>
            <a:ext cx="4191001" cy="22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325" rIns="0" bIns="48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lang="en-US" sz="800" b="0" u="none" strike="noStrike" cap="none">
                <a:solidFill>
                  <a:schemeClr val="bg1"/>
                </a:solidFill>
                <a:ea typeface="Arial"/>
                <a:cs typeface="Arial"/>
                <a:sym typeface="Arial"/>
              </a:rPr>
              <a:t>©2022 TransCelerate BioPharma Inc., All rights reserved. 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1C7128-F28E-79DD-2DCC-CDE8C7FDB1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B5F6961-93BF-C5B8-DF67-C213C6BA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3240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0AD3660-CB40-E11E-E84C-44F7D813D08D}"/>
              </a:ext>
            </a:extLst>
          </p:cNvPr>
          <p:cNvSpPr txBox="1"/>
          <p:nvPr userDrawn="1"/>
        </p:nvSpPr>
        <p:spPr>
          <a:xfrm>
            <a:off x="13439841" y="4580268"/>
            <a:ext cx="118265" cy="197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C9A5B0-E0A9-4D0A-42CD-4A372DA406CC}"/>
              </a:ext>
            </a:extLst>
          </p:cNvPr>
          <p:cNvSpPr txBox="1"/>
          <p:nvPr userDrawn="1"/>
        </p:nvSpPr>
        <p:spPr>
          <a:xfrm>
            <a:off x="13851467" y="931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8096" y="67835"/>
            <a:ext cx="3838930" cy="775597"/>
          </a:xfrm>
          <a:prstGeom prst="rect">
            <a:avLst/>
          </a:prstGeom>
        </p:spPr>
        <p:txBody>
          <a:bodyPr lIns="0" anchor="ctr"/>
          <a:lstStyle>
            <a:lvl1pPr algn="l">
              <a:defRPr kumimoji="0" lang="en-US" sz="28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F692B41-8B01-0E17-5608-3615932A3644}"/>
              </a:ext>
            </a:extLst>
          </p:cNvPr>
          <p:cNvSpPr/>
          <p:nvPr userDrawn="1"/>
        </p:nvSpPr>
        <p:spPr>
          <a:xfrm>
            <a:off x="11393186" y="6297235"/>
            <a:ext cx="317384" cy="359681"/>
          </a:xfrm>
          <a:custGeom>
            <a:avLst/>
            <a:gdLst>
              <a:gd name="connsiteX0" fmla="*/ 226542 w 317384"/>
              <a:gd name="connsiteY0" fmla="*/ 0 h 359681"/>
              <a:gd name="connsiteX1" fmla="*/ 317384 w 317384"/>
              <a:gd name="connsiteY1" fmla="*/ 0 h 359681"/>
              <a:gd name="connsiteX2" fmla="*/ 90842 w 317384"/>
              <a:gd name="connsiteY2" fmla="*/ 359681 h 359681"/>
              <a:gd name="connsiteX3" fmla="*/ 0 w 317384"/>
              <a:gd name="connsiteY3" fmla="*/ 359681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384" h="359681">
                <a:moveTo>
                  <a:pt x="226542" y="0"/>
                </a:moveTo>
                <a:lnTo>
                  <a:pt x="317384" y="0"/>
                </a:lnTo>
                <a:lnTo>
                  <a:pt x="90842" y="359681"/>
                </a:lnTo>
                <a:lnTo>
                  <a:pt x="0" y="3596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5929231-B6B0-83A7-B567-65BCFAE0F8B4}"/>
              </a:ext>
            </a:extLst>
          </p:cNvPr>
          <p:cNvSpPr/>
          <p:nvPr userDrawn="1"/>
        </p:nvSpPr>
        <p:spPr>
          <a:xfrm>
            <a:off x="11484218" y="6297235"/>
            <a:ext cx="570736" cy="359681"/>
          </a:xfrm>
          <a:custGeom>
            <a:avLst/>
            <a:gdLst>
              <a:gd name="connsiteX0" fmla="*/ 226352 w 570736"/>
              <a:gd name="connsiteY0" fmla="*/ 144532 h 359681"/>
              <a:gd name="connsiteX1" fmla="*/ 224249 w 570736"/>
              <a:gd name="connsiteY1" fmla="*/ 147871 h 359681"/>
              <a:gd name="connsiteX2" fmla="*/ 226352 w 570736"/>
              <a:gd name="connsiteY2" fmla="*/ 147871 h 359681"/>
              <a:gd name="connsiteX3" fmla="*/ 226352 w 570736"/>
              <a:gd name="connsiteY3" fmla="*/ 0 h 359681"/>
              <a:gd name="connsiteX4" fmla="*/ 226542 w 570736"/>
              <a:gd name="connsiteY4" fmla="*/ 0 h 359681"/>
              <a:gd name="connsiteX5" fmla="*/ 317384 w 570736"/>
              <a:gd name="connsiteY5" fmla="*/ 0 h 359681"/>
              <a:gd name="connsiteX6" fmla="*/ 570736 w 570736"/>
              <a:gd name="connsiteY6" fmla="*/ 0 h 359681"/>
              <a:gd name="connsiteX7" fmla="*/ 570736 w 570736"/>
              <a:gd name="connsiteY7" fmla="*/ 359681 h 359681"/>
              <a:gd name="connsiteX8" fmla="*/ 281534 w 570736"/>
              <a:gd name="connsiteY8" fmla="*/ 359681 h 359681"/>
              <a:gd name="connsiteX9" fmla="*/ 226352 w 570736"/>
              <a:gd name="connsiteY9" fmla="*/ 359681 h 359681"/>
              <a:gd name="connsiteX10" fmla="*/ 90842 w 570736"/>
              <a:gd name="connsiteY10" fmla="*/ 359681 h 359681"/>
              <a:gd name="connsiteX11" fmla="*/ 59152 w 570736"/>
              <a:gd name="connsiteY11" fmla="*/ 359681 h 359681"/>
              <a:gd name="connsiteX12" fmla="*/ 0 w 570736"/>
              <a:gd name="connsiteY12" fmla="*/ 359681 h 359681"/>
              <a:gd name="connsiteX13" fmla="*/ 226352 w 570736"/>
              <a:gd name="connsiteY13" fmla="*/ 302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0736" h="359681">
                <a:moveTo>
                  <a:pt x="226352" y="144532"/>
                </a:moveTo>
                <a:lnTo>
                  <a:pt x="224249" y="147871"/>
                </a:lnTo>
                <a:lnTo>
                  <a:pt x="226352" y="147871"/>
                </a:lnTo>
                <a:close/>
                <a:moveTo>
                  <a:pt x="226352" y="0"/>
                </a:moveTo>
                <a:lnTo>
                  <a:pt x="226542" y="0"/>
                </a:lnTo>
                <a:lnTo>
                  <a:pt x="317384" y="0"/>
                </a:lnTo>
                <a:lnTo>
                  <a:pt x="570736" y="0"/>
                </a:lnTo>
                <a:lnTo>
                  <a:pt x="570736" y="359681"/>
                </a:lnTo>
                <a:lnTo>
                  <a:pt x="281534" y="359681"/>
                </a:lnTo>
                <a:lnTo>
                  <a:pt x="226352" y="359681"/>
                </a:lnTo>
                <a:lnTo>
                  <a:pt x="90842" y="359681"/>
                </a:lnTo>
                <a:lnTo>
                  <a:pt x="59152" y="359681"/>
                </a:lnTo>
                <a:lnTo>
                  <a:pt x="0" y="359681"/>
                </a:lnTo>
                <a:lnTo>
                  <a:pt x="226352" y="3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579FEA3-C81E-D95B-AB3C-EC918907FB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50326" y="5996097"/>
            <a:ext cx="1433113" cy="7275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6A8D07-29C9-C4A0-7009-2424E2923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Google Shape;150;p40">
            <a:extLst>
              <a:ext uri="{FF2B5EF4-FFF2-40B4-BE49-F238E27FC236}">
                <a16:creationId xmlns:a16="http://schemas.microsoft.com/office/drawing/2014/main" id="{E28DE25A-C796-58FD-F3B1-CF017B36AA46}"/>
              </a:ext>
            </a:extLst>
          </p:cNvPr>
          <p:cNvSpPr txBox="1"/>
          <p:nvPr userDrawn="1"/>
        </p:nvSpPr>
        <p:spPr>
          <a:xfrm>
            <a:off x="777240" y="6384395"/>
            <a:ext cx="4191001" cy="22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325" rIns="0" bIns="48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lang="en-US" sz="800" b="0" u="none" strike="noStrike" cap="none">
                <a:solidFill>
                  <a:schemeClr val="bg1">
                    <a:lumMod val="50000"/>
                  </a:schemeClr>
                </a:solidFill>
                <a:ea typeface="Arial"/>
                <a:cs typeface="Arial"/>
                <a:sym typeface="Arial"/>
              </a:rPr>
              <a:t>©2023 TRANSCELERATE BIOPHARMA INC., ALL RIGHTS RESERVED. 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9604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0AD3660-CB40-E11E-E84C-44F7D813D08D}"/>
              </a:ext>
            </a:extLst>
          </p:cNvPr>
          <p:cNvSpPr txBox="1"/>
          <p:nvPr userDrawn="1"/>
        </p:nvSpPr>
        <p:spPr>
          <a:xfrm>
            <a:off x="13439841" y="4580268"/>
            <a:ext cx="118265" cy="197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C9A5B0-E0A9-4D0A-42CD-4A372DA406CC}"/>
              </a:ext>
            </a:extLst>
          </p:cNvPr>
          <p:cNvSpPr txBox="1"/>
          <p:nvPr userDrawn="1"/>
        </p:nvSpPr>
        <p:spPr>
          <a:xfrm>
            <a:off x="13851467" y="931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6A8D07-29C9-C4A0-7009-2424E2923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25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1CCC29E-8A16-3306-19CC-AF33785ABE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-4432"/>
            <a:ext cx="6096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AD3660-CB40-E11E-E84C-44F7D813D08D}"/>
              </a:ext>
            </a:extLst>
          </p:cNvPr>
          <p:cNvSpPr txBox="1"/>
          <p:nvPr userDrawn="1"/>
        </p:nvSpPr>
        <p:spPr>
          <a:xfrm>
            <a:off x="13439841" y="4580268"/>
            <a:ext cx="118265" cy="197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C9A5B0-E0A9-4D0A-42CD-4A372DA406CC}"/>
              </a:ext>
            </a:extLst>
          </p:cNvPr>
          <p:cNvSpPr txBox="1"/>
          <p:nvPr userDrawn="1"/>
        </p:nvSpPr>
        <p:spPr>
          <a:xfrm>
            <a:off x="13851467" y="931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8096" y="62456"/>
            <a:ext cx="3838930" cy="775597"/>
          </a:xfrm>
          <a:prstGeom prst="rect">
            <a:avLst/>
          </a:prstGeom>
        </p:spPr>
        <p:txBody>
          <a:bodyPr lIns="0" anchor="ctr"/>
          <a:lstStyle>
            <a:lvl1pPr algn="l">
              <a:defRPr kumimoji="0" lang="en-US" sz="28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4BE017-0BB1-9FED-E3FE-48CA8C092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80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CDDF316E-A00D-3412-9637-FC59F1B1E824}"/>
              </a:ext>
            </a:extLst>
          </p:cNvPr>
          <p:cNvSpPr/>
          <p:nvPr userDrawn="1"/>
        </p:nvSpPr>
        <p:spPr>
          <a:xfrm>
            <a:off x="11393186" y="6297235"/>
            <a:ext cx="317384" cy="359681"/>
          </a:xfrm>
          <a:custGeom>
            <a:avLst/>
            <a:gdLst>
              <a:gd name="connsiteX0" fmla="*/ 226542 w 317384"/>
              <a:gd name="connsiteY0" fmla="*/ 0 h 359681"/>
              <a:gd name="connsiteX1" fmla="*/ 317384 w 317384"/>
              <a:gd name="connsiteY1" fmla="*/ 0 h 359681"/>
              <a:gd name="connsiteX2" fmla="*/ 90842 w 317384"/>
              <a:gd name="connsiteY2" fmla="*/ 359681 h 359681"/>
              <a:gd name="connsiteX3" fmla="*/ 0 w 317384"/>
              <a:gd name="connsiteY3" fmla="*/ 359681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384" h="359681">
                <a:moveTo>
                  <a:pt x="226542" y="0"/>
                </a:moveTo>
                <a:lnTo>
                  <a:pt x="317384" y="0"/>
                </a:lnTo>
                <a:lnTo>
                  <a:pt x="90842" y="359681"/>
                </a:lnTo>
                <a:lnTo>
                  <a:pt x="0" y="3596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1CCF712-0C53-5832-FB2A-A028693088F3}"/>
              </a:ext>
            </a:extLst>
          </p:cNvPr>
          <p:cNvSpPr/>
          <p:nvPr userDrawn="1"/>
        </p:nvSpPr>
        <p:spPr>
          <a:xfrm>
            <a:off x="11484218" y="6297235"/>
            <a:ext cx="570736" cy="359681"/>
          </a:xfrm>
          <a:custGeom>
            <a:avLst/>
            <a:gdLst>
              <a:gd name="connsiteX0" fmla="*/ 226352 w 570736"/>
              <a:gd name="connsiteY0" fmla="*/ 144532 h 359681"/>
              <a:gd name="connsiteX1" fmla="*/ 224249 w 570736"/>
              <a:gd name="connsiteY1" fmla="*/ 147871 h 359681"/>
              <a:gd name="connsiteX2" fmla="*/ 226352 w 570736"/>
              <a:gd name="connsiteY2" fmla="*/ 147871 h 359681"/>
              <a:gd name="connsiteX3" fmla="*/ 226352 w 570736"/>
              <a:gd name="connsiteY3" fmla="*/ 0 h 359681"/>
              <a:gd name="connsiteX4" fmla="*/ 226542 w 570736"/>
              <a:gd name="connsiteY4" fmla="*/ 0 h 359681"/>
              <a:gd name="connsiteX5" fmla="*/ 317384 w 570736"/>
              <a:gd name="connsiteY5" fmla="*/ 0 h 359681"/>
              <a:gd name="connsiteX6" fmla="*/ 570736 w 570736"/>
              <a:gd name="connsiteY6" fmla="*/ 0 h 359681"/>
              <a:gd name="connsiteX7" fmla="*/ 570736 w 570736"/>
              <a:gd name="connsiteY7" fmla="*/ 359681 h 359681"/>
              <a:gd name="connsiteX8" fmla="*/ 281534 w 570736"/>
              <a:gd name="connsiteY8" fmla="*/ 359681 h 359681"/>
              <a:gd name="connsiteX9" fmla="*/ 226352 w 570736"/>
              <a:gd name="connsiteY9" fmla="*/ 359681 h 359681"/>
              <a:gd name="connsiteX10" fmla="*/ 90842 w 570736"/>
              <a:gd name="connsiteY10" fmla="*/ 359681 h 359681"/>
              <a:gd name="connsiteX11" fmla="*/ 59152 w 570736"/>
              <a:gd name="connsiteY11" fmla="*/ 359681 h 359681"/>
              <a:gd name="connsiteX12" fmla="*/ 0 w 570736"/>
              <a:gd name="connsiteY12" fmla="*/ 359681 h 359681"/>
              <a:gd name="connsiteX13" fmla="*/ 226352 w 570736"/>
              <a:gd name="connsiteY13" fmla="*/ 302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0736" h="359681">
                <a:moveTo>
                  <a:pt x="226352" y="144532"/>
                </a:moveTo>
                <a:lnTo>
                  <a:pt x="224249" y="147871"/>
                </a:lnTo>
                <a:lnTo>
                  <a:pt x="226352" y="147871"/>
                </a:lnTo>
                <a:close/>
                <a:moveTo>
                  <a:pt x="226352" y="0"/>
                </a:moveTo>
                <a:lnTo>
                  <a:pt x="226542" y="0"/>
                </a:lnTo>
                <a:lnTo>
                  <a:pt x="317384" y="0"/>
                </a:lnTo>
                <a:lnTo>
                  <a:pt x="570736" y="0"/>
                </a:lnTo>
                <a:lnTo>
                  <a:pt x="570736" y="359681"/>
                </a:lnTo>
                <a:lnTo>
                  <a:pt x="281534" y="359681"/>
                </a:lnTo>
                <a:lnTo>
                  <a:pt x="226352" y="359681"/>
                </a:lnTo>
                <a:lnTo>
                  <a:pt x="90842" y="359681"/>
                </a:lnTo>
                <a:lnTo>
                  <a:pt x="59152" y="359681"/>
                </a:lnTo>
                <a:lnTo>
                  <a:pt x="0" y="359681"/>
                </a:lnTo>
                <a:lnTo>
                  <a:pt x="226352" y="3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43" y="1377303"/>
            <a:ext cx="10779058" cy="4341572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36BC0-FD84-55AA-14DA-B8BD4D22D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63CF4-E3DB-3A81-FC7E-B1C002D5C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5AFC4EE-2C87-D9B7-2BBB-0500FEAD7A86}"/>
              </a:ext>
            </a:extLst>
          </p:cNvPr>
          <p:cNvGrpSpPr/>
          <p:nvPr userDrawn="1"/>
        </p:nvGrpSpPr>
        <p:grpSpPr>
          <a:xfrm>
            <a:off x="8440812" y="5079999"/>
            <a:ext cx="3054729" cy="1803813"/>
            <a:chOff x="8454778" y="4717483"/>
            <a:chExt cx="3833449" cy="2263646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1B765A3-6743-449B-CC23-D69BA633A583}"/>
                </a:ext>
              </a:extLst>
            </p:cNvPr>
            <p:cNvSpPr/>
            <p:nvPr/>
          </p:nvSpPr>
          <p:spPr>
            <a:xfrm>
              <a:off x="8454778" y="4717483"/>
              <a:ext cx="1649048" cy="2263646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rgbClr val="00AEEF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16FF2C5-B170-B80B-3760-1987A24B1D4E}"/>
                </a:ext>
              </a:extLst>
            </p:cNvPr>
            <p:cNvSpPr/>
            <p:nvPr/>
          </p:nvSpPr>
          <p:spPr>
            <a:xfrm>
              <a:off x="9546978" y="4717483"/>
              <a:ext cx="1649048" cy="2263646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rgbClr val="00AEEF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sz="1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99330E1-F46A-EBF3-0891-3AA713FE9CAE}"/>
                </a:ext>
              </a:extLst>
            </p:cNvPr>
            <p:cNvSpPr/>
            <p:nvPr/>
          </p:nvSpPr>
          <p:spPr>
            <a:xfrm>
              <a:off x="10639179" y="4717483"/>
              <a:ext cx="1649048" cy="2263646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rgbClr val="00AEEF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sz="140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3DA59AEB-5CA8-1A5B-E385-372847739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52183" y="6112255"/>
            <a:ext cx="1433113" cy="60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18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layout w/o ty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E8862B9-5ECA-2B5C-56AE-E2FD4764A0B0}"/>
              </a:ext>
            </a:extLst>
          </p:cNvPr>
          <p:cNvSpPr/>
          <p:nvPr userDrawn="1"/>
        </p:nvSpPr>
        <p:spPr>
          <a:xfrm>
            <a:off x="11393186" y="6297235"/>
            <a:ext cx="317384" cy="359681"/>
          </a:xfrm>
          <a:custGeom>
            <a:avLst/>
            <a:gdLst>
              <a:gd name="connsiteX0" fmla="*/ 226542 w 317384"/>
              <a:gd name="connsiteY0" fmla="*/ 0 h 359681"/>
              <a:gd name="connsiteX1" fmla="*/ 317384 w 317384"/>
              <a:gd name="connsiteY1" fmla="*/ 0 h 359681"/>
              <a:gd name="connsiteX2" fmla="*/ 90842 w 317384"/>
              <a:gd name="connsiteY2" fmla="*/ 359681 h 359681"/>
              <a:gd name="connsiteX3" fmla="*/ 0 w 317384"/>
              <a:gd name="connsiteY3" fmla="*/ 359681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384" h="359681">
                <a:moveTo>
                  <a:pt x="226542" y="0"/>
                </a:moveTo>
                <a:lnTo>
                  <a:pt x="317384" y="0"/>
                </a:lnTo>
                <a:lnTo>
                  <a:pt x="90842" y="359681"/>
                </a:lnTo>
                <a:lnTo>
                  <a:pt x="0" y="3596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FBDD859-2F94-48E0-F23C-DD86A29BC76E}"/>
              </a:ext>
            </a:extLst>
          </p:cNvPr>
          <p:cNvSpPr/>
          <p:nvPr userDrawn="1"/>
        </p:nvSpPr>
        <p:spPr>
          <a:xfrm>
            <a:off x="11484218" y="6297235"/>
            <a:ext cx="570736" cy="359681"/>
          </a:xfrm>
          <a:custGeom>
            <a:avLst/>
            <a:gdLst>
              <a:gd name="connsiteX0" fmla="*/ 226352 w 570736"/>
              <a:gd name="connsiteY0" fmla="*/ 144532 h 359681"/>
              <a:gd name="connsiteX1" fmla="*/ 224249 w 570736"/>
              <a:gd name="connsiteY1" fmla="*/ 147871 h 359681"/>
              <a:gd name="connsiteX2" fmla="*/ 226352 w 570736"/>
              <a:gd name="connsiteY2" fmla="*/ 147871 h 359681"/>
              <a:gd name="connsiteX3" fmla="*/ 226352 w 570736"/>
              <a:gd name="connsiteY3" fmla="*/ 0 h 359681"/>
              <a:gd name="connsiteX4" fmla="*/ 226542 w 570736"/>
              <a:gd name="connsiteY4" fmla="*/ 0 h 359681"/>
              <a:gd name="connsiteX5" fmla="*/ 317384 w 570736"/>
              <a:gd name="connsiteY5" fmla="*/ 0 h 359681"/>
              <a:gd name="connsiteX6" fmla="*/ 570736 w 570736"/>
              <a:gd name="connsiteY6" fmla="*/ 0 h 359681"/>
              <a:gd name="connsiteX7" fmla="*/ 570736 w 570736"/>
              <a:gd name="connsiteY7" fmla="*/ 359681 h 359681"/>
              <a:gd name="connsiteX8" fmla="*/ 281534 w 570736"/>
              <a:gd name="connsiteY8" fmla="*/ 359681 h 359681"/>
              <a:gd name="connsiteX9" fmla="*/ 226352 w 570736"/>
              <a:gd name="connsiteY9" fmla="*/ 359681 h 359681"/>
              <a:gd name="connsiteX10" fmla="*/ 90842 w 570736"/>
              <a:gd name="connsiteY10" fmla="*/ 359681 h 359681"/>
              <a:gd name="connsiteX11" fmla="*/ 59152 w 570736"/>
              <a:gd name="connsiteY11" fmla="*/ 359681 h 359681"/>
              <a:gd name="connsiteX12" fmla="*/ 0 w 570736"/>
              <a:gd name="connsiteY12" fmla="*/ 359681 h 359681"/>
              <a:gd name="connsiteX13" fmla="*/ 226352 w 570736"/>
              <a:gd name="connsiteY13" fmla="*/ 302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0736" h="359681">
                <a:moveTo>
                  <a:pt x="226352" y="144532"/>
                </a:moveTo>
                <a:lnTo>
                  <a:pt x="224249" y="147871"/>
                </a:lnTo>
                <a:lnTo>
                  <a:pt x="226352" y="147871"/>
                </a:lnTo>
                <a:close/>
                <a:moveTo>
                  <a:pt x="226352" y="0"/>
                </a:moveTo>
                <a:lnTo>
                  <a:pt x="226542" y="0"/>
                </a:lnTo>
                <a:lnTo>
                  <a:pt x="317384" y="0"/>
                </a:lnTo>
                <a:lnTo>
                  <a:pt x="570736" y="0"/>
                </a:lnTo>
                <a:lnTo>
                  <a:pt x="570736" y="359681"/>
                </a:lnTo>
                <a:lnTo>
                  <a:pt x="281534" y="359681"/>
                </a:lnTo>
                <a:lnTo>
                  <a:pt x="226352" y="359681"/>
                </a:lnTo>
                <a:lnTo>
                  <a:pt x="90842" y="359681"/>
                </a:lnTo>
                <a:lnTo>
                  <a:pt x="59152" y="359681"/>
                </a:lnTo>
                <a:lnTo>
                  <a:pt x="0" y="359681"/>
                </a:lnTo>
                <a:lnTo>
                  <a:pt x="226352" y="3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36BC0-FD84-55AA-14DA-B8BD4D22D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63CF4-E3DB-3A81-FC7E-B1C002D5C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5AFC4EE-2C87-D9B7-2BBB-0500FEAD7A86}"/>
              </a:ext>
            </a:extLst>
          </p:cNvPr>
          <p:cNvGrpSpPr/>
          <p:nvPr userDrawn="1"/>
        </p:nvGrpSpPr>
        <p:grpSpPr>
          <a:xfrm>
            <a:off x="8440812" y="5079999"/>
            <a:ext cx="3054729" cy="1803813"/>
            <a:chOff x="8454778" y="4717483"/>
            <a:chExt cx="3833449" cy="2263646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1B765A3-6743-449B-CC23-D69BA633A583}"/>
                </a:ext>
              </a:extLst>
            </p:cNvPr>
            <p:cNvSpPr/>
            <p:nvPr/>
          </p:nvSpPr>
          <p:spPr>
            <a:xfrm>
              <a:off x="8454778" y="4717483"/>
              <a:ext cx="1649048" cy="2263646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rgbClr val="00AEEF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16FF2C5-B170-B80B-3760-1987A24B1D4E}"/>
                </a:ext>
              </a:extLst>
            </p:cNvPr>
            <p:cNvSpPr/>
            <p:nvPr/>
          </p:nvSpPr>
          <p:spPr>
            <a:xfrm>
              <a:off x="9546978" y="4717483"/>
              <a:ext cx="1649048" cy="2263646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rgbClr val="00AEEF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sz="1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99330E1-F46A-EBF3-0891-3AA713FE9CAE}"/>
                </a:ext>
              </a:extLst>
            </p:cNvPr>
            <p:cNvSpPr/>
            <p:nvPr/>
          </p:nvSpPr>
          <p:spPr>
            <a:xfrm>
              <a:off x="10639179" y="4717483"/>
              <a:ext cx="1649048" cy="2263646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rgbClr val="00AEEF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sz="140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60EB6D7-E26F-D2B5-B4CF-80DD590F07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52183" y="6112255"/>
            <a:ext cx="1433113" cy="60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951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ue layout w/o typ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E8862B9-5ECA-2B5C-56AE-E2FD4764A0B0}"/>
              </a:ext>
            </a:extLst>
          </p:cNvPr>
          <p:cNvSpPr/>
          <p:nvPr userDrawn="1"/>
        </p:nvSpPr>
        <p:spPr>
          <a:xfrm>
            <a:off x="11393186" y="6297235"/>
            <a:ext cx="317384" cy="359681"/>
          </a:xfrm>
          <a:custGeom>
            <a:avLst/>
            <a:gdLst>
              <a:gd name="connsiteX0" fmla="*/ 226542 w 317384"/>
              <a:gd name="connsiteY0" fmla="*/ 0 h 359681"/>
              <a:gd name="connsiteX1" fmla="*/ 317384 w 317384"/>
              <a:gd name="connsiteY1" fmla="*/ 0 h 359681"/>
              <a:gd name="connsiteX2" fmla="*/ 90842 w 317384"/>
              <a:gd name="connsiteY2" fmla="*/ 359681 h 359681"/>
              <a:gd name="connsiteX3" fmla="*/ 0 w 317384"/>
              <a:gd name="connsiteY3" fmla="*/ 359681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384" h="359681">
                <a:moveTo>
                  <a:pt x="226542" y="0"/>
                </a:moveTo>
                <a:lnTo>
                  <a:pt x="317384" y="0"/>
                </a:lnTo>
                <a:lnTo>
                  <a:pt x="90842" y="359681"/>
                </a:lnTo>
                <a:lnTo>
                  <a:pt x="0" y="3596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FBDD859-2F94-48E0-F23C-DD86A29BC76E}"/>
              </a:ext>
            </a:extLst>
          </p:cNvPr>
          <p:cNvSpPr/>
          <p:nvPr userDrawn="1"/>
        </p:nvSpPr>
        <p:spPr>
          <a:xfrm>
            <a:off x="11484218" y="6297235"/>
            <a:ext cx="570736" cy="359681"/>
          </a:xfrm>
          <a:custGeom>
            <a:avLst/>
            <a:gdLst>
              <a:gd name="connsiteX0" fmla="*/ 226352 w 570736"/>
              <a:gd name="connsiteY0" fmla="*/ 144532 h 359681"/>
              <a:gd name="connsiteX1" fmla="*/ 224249 w 570736"/>
              <a:gd name="connsiteY1" fmla="*/ 147871 h 359681"/>
              <a:gd name="connsiteX2" fmla="*/ 226352 w 570736"/>
              <a:gd name="connsiteY2" fmla="*/ 147871 h 359681"/>
              <a:gd name="connsiteX3" fmla="*/ 226352 w 570736"/>
              <a:gd name="connsiteY3" fmla="*/ 0 h 359681"/>
              <a:gd name="connsiteX4" fmla="*/ 226542 w 570736"/>
              <a:gd name="connsiteY4" fmla="*/ 0 h 359681"/>
              <a:gd name="connsiteX5" fmla="*/ 317384 w 570736"/>
              <a:gd name="connsiteY5" fmla="*/ 0 h 359681"/>
              <a:gd name="connsiteX6" fmla="*/ 570736 w 570736"/>
              <a:gd name="connsiteY6" fmla="*/ 0 h 359681"/>
              <a:gd name="connsiteX7" fmla="*/ 570736 w 570736"/>
              <a:gd name="connsiteY7" fmla="*/ 359681 h 359681"/>
              <a:gd name="connsiteX8" fmla="*/ 281534 w 570736"/>
              <a:gd name="connsiteY8" fmla="*/ 359681 h 359681"/>
              <a:gd name="connsiteX9" fmla="*/ 226352 w 570736"/>
              <a:gd name="connsiteY9" fmla="*/ 359681 h 359681"/>
              <a:gd name="connsiteX10" fmla="*/ 90842 w 570736"/>
              <a:gd name="connsiteY10" fmla="*/ 359681 h 359681"/>
              <a:gd name="connsiteX11" fmla="*/ 59152 w 570736"/>
              <a:gd name="connsiteY11" fmla="*/ 359681 h 359681"/>
              <a:gd name="connsiteX12" fmla="*/ 0 w 570736"/>
              <a:gd name="connsiteY12" fmla="*/ 359681 h 359681"/>
              <a:gd name="connsiteX13" fmla="*/ 226352 w 570736"/>
              <a:gd name="connsiteY13" fmla="*/ 302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0736" h="359681">
                <a:moveTo>
                  <a:pt x="226352" y="144532"/>
                </a:moveTo>
                <a:lnTo>
                  <a:pt x="224249" y="147871"/>
                </a:lnTo>
                <a:lnTo>
                  <a:pt x="226352" y="147871"/>
                </a:lnTo>
                <a:close/>
                <a:moveTo>
                  <a:pt x="226352" y="0"/>
                </a:moveTo>
                <a:lnTo>
                  <a:pt x="226542" y="0"/>
                </a:lnTo>
                <a:lnTo>
                  <a:pt x="317384" y="0"/>
                </a:lnTo>
                <a:lnTo>
                  <a:pt x="570736" y="0"/>
                </a:lnTo>
                <a:lnTo>
                  <a:pt x="570736" y="359681"/>
                </a:lnTo>
                <a:lnTo>
                  <a:pt x="281534" y="359681"/>
                </a:lnTo>
                <a:lnTo>
                  <a:pt x="226352" y="359681"/>
                </a:lnTo>
                <a:lnTo>
                  <a:pt x="90842" y="359681"/>
                </a:lnTo>
                <a:lnTo>
                  <a:pt x="59152" y="359681"/>
                </a:lnTo>
                <a:lnTo>
                  <a:pt x="0" y="359681"/>
                </a:lnTo>
                <a:lnTo>
                  <a:pt x="226352" y="3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36BC0-FD84-55AA-14DA-B8BD4D22D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63CF4-E3DB-3A81-FC7E-B1C002D5C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5AFC4EE-2C87-D9B7-2BBB-0500FEAD7A86}"/>
              </a:ext>
            </a:extLst>
          </p:cNvPr>
          <p:cNvGrpSpPr/>
          <p:nvPr userDrawn="1"/>
        </p:nvGrpSpPr>
        <p:grpSpPr>
          <a:xfrm>
            <a:off x="8440812" y="5079999"/>
            <a:ext cx="3054729" cy="1803813"/>
            <a:chOff x="8454778" y="4717483"/>
            <a:chExt cx="3833449" cy="2263646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1B765A3-6743-449B-CC23-D69BA633A583}"/>
                </a:ext>
              </a:extLst>
            </p:cNvPr>
            <p:cNvSpPr/>
            <p:nvPr/>
          </p:nvSpPr>
          <p:spPr>
            <a:xfrm>
              <a:off x="8454778" y="4717483"/>
              <a:ext cx="1649048" cy="2263646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16FF2C5-B170-B80B-3760-1987A24B1D4E}"/>
                </a:ext>
              </a:extLst>
            </p:cNvPr>
            <p:cNvSpPr/>
            <p:nvPr/>
          </p:nvSpPr>
          <p:spPr>
            <a:xfrm>
              <a:off x="9546978" y="4717483"/>
              <a:ext cx="1649048" cy="2263646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sz="1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99330E1-F46A-EBF3-0891-3AA713FE9CAE}"/>
                </a:ext>
              </a:extLst>
            </p:cNvPr>
            <p:cNvSpPr/>
            <p:nvPr/>
          </p:nvSpPr>
          <p:spPr>
            <a:xfrm>
              <a:off x="10639179" y="4717483"/>
              <a:ext cx="1649048" cy="2263646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sz="140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60EB6D7-E26F-D2B5-B4CF-80DD590F07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52183" y="6112255"/>
            <a:ext cx="1433113" cy="60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12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endi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E697A7E0-C384-7D4A-DC62-E8A6E9A27D27}"/>
              </a:ext>
            </a:extLst>
          </p:cNvPr>
          <p:cNvSpPr/>
          <p:nvPr userDrawn="1"/>
        </p:nvSpPr>
        <p:spPr>
          <a:xfrm>
            <a:off x="11393186" y="6297235"/>
            <a:ext cx="317384" cy="359681"/>
          </a:xfrm>
          <a:custGeom>
            <a:avLst/>
            <a:gdLst>
              <a:gd name="connsiteX0" fmla="*/ 226542 w 317384"/>
              <a:gd name="connsiteY0" fmla="*/ 0 h 359681"/>
              <a:gd name="connsiteX1" fmla="*/ 317384 w 317384"/>
              <a:gd name="connsiteY1" fmla="*/ 0 h 359681"/>
              <a:gd name="connsiteX2" fmla="*/ 90842 w 317384"/>
              <a:gd name="connsiteY2" fmla="*/ 359681 h 359681"/>
              <a:gd name="connsiteX3" fmla="*/ 0 w 317384"/>
              <a:gd name="connsiteY3" fmla="*/ 359681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384" h="359681">
                <a:moveTo>
                  <a:pt x="226542" y="0"/>
                </a:moveTo>
                <a:lnTo>
                  <a:pt x="317384" y="0"/>
                </a:lnTo>
                <a:lnTo>
                  <a:pt x="90842" y="359681"/>
                </a:lnTo>
                <a:lnTo>
                  <a:pt x="0" y="3596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B05A610-806B-63B3-8964-DCFA7FF658B8}"/>
              </a:ext>
            </a:extLst>
          </p:cNvPr>
          <p:cNvSpPr/>
          <p:nvPr userDrawn="1"/>
        </p:nvSpPr>
        <p:spPr>
          <a:xfrm>
            <a:off x="11484218" y="6297235"/>
            <a:ext cx="570736" cy="359681"/>
          </a:xfrm>
          <a:custGeom>
            <a:avLst/>
            <a:gdLst>
              <a:gd name="connsiteX0" fmla="*/ 226352 w 570736"/>
              <a:gd name="connsiteY0" fmla="*/ 144532 h 359681"/>
              <a:gd name="connsiteX1" fmla="*/ 224249 w 570736"/>
              <a:gd name="connsiteY1" fmla="*/ 147871 h 359681"/>
              <a:gd name="connsiteX2" fmla="*/ 226352 w 570736"/>
              <a:gd name="connsiteY2" fmla="*/ 147871 h 359681"/>
              <a:gd name="connsiteX3" fmla="*/ 226352 w 570736"/>
              <a:gd name="connsiteY3" fmla="*/ 0 h 359681"/>
              <a:gd name="connsiteX4" fmla="*/ 226542 w 570736"/>
              <a:gd name="connsiteY4" fmla="*/ 0 h 359681"/>
              <a:gd name="connsiteX5" fmla="*/ 317384 w 570736"/>
              <a:gd name="connsiteY5" fmla="*/ 0 h 359681"/>
              <a:gd name="connsiteX6" fmla="*/ 570736 w 570736"/>
              <a:gd name="connsiteY6" fmla="*/ 0 h 359681"/>
              <a:gd name="connsiteX7" fmla="*/ 570736 w 570736"/>
              <a:gd name="connsiteY7" fmla="*/ 359681 h 359681"/>
              <a:gd name="connsiteX8" fmla="*/ 281534 w 570736"/>
              <a:gd name="connsiteY8" fmla="*/ 359681 h 359681"/>
              <a:gd name="connsiteX9" fmla="*/ 226352 w 570736"/>
              <a:gd name="connsiteY9" fmla="*/ 359681 h 359681"/>
              <a:gd name="connsiteX10" fmla="*/ 90842 w 570736"/>
              <a:gd name="connsiteY10" fmla="*/ 359681 h 359681"/>
              <a:gd name="connsiteX11" fmla="*/ 59152 w 570736"/>
              <a:gd name="connsiteY11" fmla="*/ 359681 h 359681"/>
              <a:gd name="connsiteX12" fmla="*/ 0 w 570736"/>
              <a:gd name="connsiteY12" fmla="*/ 359681 h 359681"/>
              <a:gd name="connsiteX13" fmla="*/ 226352 w 570736"/>
              <a:gd name="connsiteY13" fmla="*/ 302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0736" h="359681">
                <a:moveTo>
                  <a:pt x="226352" y="144532"/>
                </a:moveTo>
                <a:lnTo>
                  <a:pt x="224249" y="147871"/>
                </a:lnTo>
                <a:lnTo>
                  <a:pt x="226352" y="147871"/>
                </a:lnTo>
                <a:close/>
                <a:moveTo>
                  <a:pt x="226352" y="0"/>
                </a:moveTo>
                <a:lnTo>
                  <a:pt x="226542" y="0"/>
                </a:lnTo>
                <a:lnTo>
                  <a:pt x="317384" y="0"/>
                </a:lnTo>
                <a:lnTo>
                  <a:pt x="570736" y="0"/>
                </a:lnTo>
                <a:lnTo>
                  <a:pt x="570736" y="359681"/>
                </a:lnTo>
                <a:lnTo>
                  <a:pt x="281534" y="359681"/>
                </a:lnTo>
                <a:lnTo>
                  <a:pt x="226352" y="359681"/>
                </a:lnTo>
                <a:lnTo>
                  <a:pt x="90842" y="359681"/>
                </a:lnTo>
                <a:lnTo>
                  <a:pt x="59152" y="359681"/>
                </a:lnTo>
                <a:lnTo>
                  <a:pt x="0" y="359681"/>
                </a:lnTo>
                <a:lnTo>
                  <a:pt x="226352" y="3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36BC0-FD84-55AA-14DA-B8BD4D22D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5AFC4EE-2C87-D9B7-2BBB-0500FEAD7A86}"/>
              </a:ext>
            </a:extLst>
          </p:cNvPr>
          <p:cNvGrpSpPr/>
          <p:nvPr userDrawn="1"/>
        </p:nvGrpSpPr>
        <p:grpSpPr>
          <a:xfrm>
            <a:off x="8440812" y="5079999"/>
            <a:ext cx="3054729" cy="1803813"/>
            <a:chOff x="8454778" y="4717483"/>
            <a:chExt cx="3833449" cy="2263646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1B765A3-6743-449B-CC23-D69BA633A583}"/>
                </a:ext>
              </a:extLst>
            </p:cNvPr>
            <p:cNvSpPr/>
            <p:nvPr/>
          </p:nvSpPr>
          <p:spPr>
            <a:xfrm>
              <a:off x="8454778" y="4717483"/>
              <a:ext cx="1649048" cy="2263646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rgbClr val="00AEEF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16FF2C5-B170-B80B-3760-1987A24B1D4E}"/>
                </a:ext>
              </a:extLst>
            </p:cNvPr>
            <p:cNvSpPr/>
            <p:nvPr/>
          </p:nvSpPr>
          <p:spPr>
            <a:xfrm>
              <a:off x="9546978" y="4717483"/>
              <a:ext cx="1649048" cy="2263646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rgbClr val="00AEEF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sz="1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99330E1-F46A-EBF3-0891-3AA713FE9CAE}"/>
                </a:ext>
              </a:extLst>
            </p:cNvPr>
            <p:cNvSpPr/>
            <p:nvPr/>
          </p:nvSpPr>
          <p:spPr>
            <a:xfrm>
              <a:off x="10639179" y="4717483"/>
              <a:ext cx="1649048" cy="2263646"/>
            </a:xfrm>
            <a:custGeom>
              <a:avLst/>
              <a:gdLst>
                <a:gd name="connsiteX0" fmla="*/ 0 w 1854200"/>
                <a:gd name="connsiteY0" fmla="*/ 0 h 2545256"/>
                <a:gd name="connsiteX1" fmla="*/ 606986 w 1854200"/>
                <a:gd name="connsiteY1" fmla="*/ 0 h 2545256"/>
                <a:gd name="connsiteX2" fmla="*/ 1854200 w 1854200"/>
                <a:gd name="connsiteY2" fmla="*/ 1272628 h 2545256"/>
                <a:gd name="connsiteX3" fmla="*/ 606986 w 1854200"/>
                <a:gd name="connsiteY3" fmla="*/ 2545256 h 2545256"/>
                <a:gd name="connsiteX4" fmla="*/ 0 w 1854200"/>
                <a:gd name="connsiteY4" fmla="*/ 2545256 h 2545256"/>
                <a:gd name="connsiteX5" fmla="*/ 1247214 w 1854200"/>
                <a:gd name="connsiteY5" fmla="*/ 1272628 h 25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4200" h="2545256">
                  <a:moveTo>
                    <a:pt x="0" y="0"/>
                  </a:moveTo>
                  <a:lnTo>
                    <a:pt x="606986" y="0"/>
                  </a:lnTo>
                  <a:lnTo>
                    <a:pt x="1854200" y="1272628"/>
                  </a:lnTo>
                  <a:lnTo>
                    <a:pt x="606986" y="2545256"/>
                  </a:lnTo>
                  <a:lnTo>
                    <a:pt x="0" y="2545256"/>
                  </a:lnTo>
                  <a:lnTo>
                    <a:pt x="1247214" y="1272628"/>
                  </a:lnTo>
                  <a:close/>
                </a:path>
              </a:pathLst>
            </a:custGeom>
            <a:solidFill>
              <a:srgbClr val="00AEEF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 sz="140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7DE4141D-BF9C-2ED1-B198-94E9B75F12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52183" y="6112255"/>
            <a:ext cx="1433113" cy="6091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C88E6E-1D7C-D446-9364-BA672ADEE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71" y="2664793"/>
            <a:ext cx="10779058" cy="498598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59987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slide oran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70AE4F-1F1A-7205-633B-A8BD60F9281B}"/>
              </a:ext>
            </a:extLst>
          </p:cNvPr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6AC18-FA49-B423-1B50-BBE05A808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D74B248-2DEA-B360-13E7-8FBE162FD9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8096" y="352451"/>
            <a:ext cx="4783394" cy="1476349"/>
          </a:xfrm>
          <a:prstGeom prst="rect">
            <a:avLst/>
          </a:prstGeom>
        </p:spPr>
        <p:txBody>
          <a:bodyPr lIns="0" anchor="b"/>
          <a:lstStyle>
            <a:lvl1pPr algn="l">
              <a:defRPr kumimoji="0" lang="en-US" sz="28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E9E34-57E7-D911-79FF-A1AF5648B7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350" y="2344994"/>
            <a:ext cx="4783140" cy="35986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182880" indent="0">
              <a:buNone/>
              <a:defRPr>
                <a:solidFill>
                  <a:schemeClr val="bg1"/>
                </a:solidFill>
              </a:defRPr>
            </a:lvl2pPr>
            <a:lvl3pPr marL="365760" indent="0">
              <a:buNone/>
              <a:defRPr>
                <a:solidFill>
                  <a:schemeClr val="bg1"/>
                </a:solidFill>
              </a:defRPr>
            </a:lvl3pPr>
            <a:lvl4pPr marL="548640" indent="0">
              <a:buNone/>
              <a:defRPr>
                <a:solidFill>
                  <a:schemeClr val="bg1"/>
                </a:solidFill>
              </a:defRPr>
            </a:lvl4pPr>
            <a:lvl5pPr marL="73152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54FB15A-6E6B-FC56-F488-BA450CD758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82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slide blu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70AE4F-1F1A-7205-633B-A8BD60F9281B}"/>
              </a:ext>
            </a:extLst>
          </p:cNvPr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6AC18-FA49-B423-1B50-BBE05A808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D74B248-2DEA-B360-13E7-8FBE162FD9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8096" y="352451"/>
            <a:ext cx="4783394" cy="1476349"/>
          </a:xfrm>
          <a:prstGeom prst="rect">
            <a:avLst/>
          </a:prstGeom>
        </p:spPr>
        <p:txBody>
          <a:bodyPr lIns="0" anchor="b"/>
          <a:lstStyle>
            <a:lvl1pPr algn="l">
              <a:defRPr kumimoji="0" lang="en-US" sz="28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E9E34-57E7-D911-79FF-A1AF5648B7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350" y="2344994"/>
            <a:ext cx="4783140" cy="35986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182880" indent="0">
              <a:buNone/>
              <a:defRPr>
                <a:solidFill>
                  <a:schemeClr val="bg1"/>
                </a:solidFill>
              </a:defRPr>
            </a:lvl2pPr>
            <a:lvl3pPr marL="365760" indent="0">
              <a:buNone/>
              <a:defRPr>
                <a:solidFill>
                  <a:schemeClr val="bg1"/>
                </a:solidFill>
              </a:defRPr>
            </a:lvl3pPr>
            <a:lvl4pPr marL="548640" indent="0">
              <a:buNone/>
              <a:defRPr>
                <a:solidFill>
                  <a:schemeClr val="bg1"/>
                </a:solidFill>
              </a:defRPr>
            </a:lvl4pPr>
            <a:lvl5pPr marL="73152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54FB15A-6E6B-FC56-F488-BA450CD758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969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9787-50F7-50E7-70B2-6A049CD308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81" y="495299"/>
            <a:ext cx="11056887" cy="930377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1DA64F-5E72-65DA-ED3A-4C4070AB18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92F7C7-67D5-D6A4-873B-B4F49448D4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5482" y="1671484"/>
            <a:ext cx="11056887" cy="4581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Top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341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5243" y="384048"/>
            <a:ext cx="10779058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06A023F6-A273-0A50-30C2-BCBF48CB2A79}"/>
              </a:ext>
            </a:extLst>
          </p:cNvPr>
          <p:cNvSpPr/>
          <p:nvPr userDrawn="1"/>
        </p:nvSpPr>
        <p:spPr>
          <a:xfrm>
            <a:off x="11393186" y="6297235"/>
            <a:ext cx="317384" cy="359681"/>
          </a:xfrm>
          <a:custGeom>
            <a:avLst/>
            <a:gdLst>
              <a:gd name="connsiteX0" fmla="*/ 226542 w 317384"/>
              <a:gd name="connsiteY0" fmla="*/ 0 h 359681"/>
              <a:gd name="connsiteX1" fmla="*/ 317384 w 317384"/>
              <a:gd name="connsiteY1" fmla="*/ 0 h 359681"/>
              <a:gd name="connsiteX2" fmla="*/ 90842 w 317384"/>
              <a:gd name="connsiteY2" fmla="*/ 359681 h 359681"/>
              <a:gd name="connsiteX3" fmla="*/ 0 w 317384"/>
              <a:gd name="connsiteY3" fmla="*/ 359681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384" h="359681">
                <a:moveTo>
                  <a:pt x="226542" y="0"/>
                </a:moveTo>
                <a:lnTo>
                  <a:pt x="317384" y="0"/>
                </a:lnTo>
                <a:lnTo>
                  <a:pt x="90842" y="359681"/>
                </a:lnTo>
                <a:lnTo>
                  <a:pt x="0" y="3596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9833A8A-D6B1-2337-8975-EA340004A491}"/>
              </a:ext>
            </a:extLst>
          </p:cNvPr>
          <p:cNvSpPr/>
          <p:nvPr userDrawn="1"/>
        </p:nvSpPr>
        <p:spPr>
          <a:xfrm>
            <a:off x="11484218" y="6297235"/>
            <a:ext cx="570736" cy="359681"/>
          </a:xfrm>
          <a:custGeom>
            <a:avLst/>
            <a:gdLst>
              <a:gd name="connsiteX0" fmla="*/ 226352 w 570736"/>
              <a:gd name="connsiteY0" fmla="*/ 144532 h 359681"/>
              <a:gd name="connsiteX1" fmla="*/ 224249 w 570736"/>
              <a:gd name="connsiteY1" fmla="*/ 147871 h 359681"/>
              <a:gd name="connsiteX2" fmla="*/ 226352 w 570736"/>
              <a:gd name="connsiteY2" fmla="*/ 147871 h 359681"/>
              <a:gd name="connsiteX3" fmla="*/ 226352 w 570736"/>
              <a:gd name="connsiteY3" fmla="*/ 0 h 359681"/>
              <a:gd name="connsiteX4" fmla="*/ 226542 w 570736"/>
              <a:gd name="connsiteY4" fmla="*/ 0 h 359681"/>
              <a:gd name="connsiteX5" fmla="*/ 317384 w 570736"/>
              <a:gd name="connsiteY5" fmla="*/ 0 h 359681"/>
              <a:gd name="connsiteX6" fmla="*/ 570736 w 570736"/>
              <a:gd name="connsiteY6" fmla="*/ 0 h 359681"/>
              <a:gd name="connsiteX7" fmla="*/ 570736 w 570736"/>
              <a:gd name="connsiteY7" fmla="*/ 359681 h 359681"/>
              <a:gd name="connsiteX8" fmla="*/ 281534 w 570736"/>
              <a:gd name="connsiteY8" fmla="*/ 359681 h 359681"/>
              <a:gd name="connsiteX9" fmla="*/ 226352 w 570736"/>
              <a:gd name="connsiteY9" fmla="*/ 359681 h 359681"/>
              <a:gd name="connsiteX10" fmla="*/ 90842 w 570736"/>
              <a:gd name="connsiteY10" fmla="*/ 359681 h 359681"/>
              <a:gd name="connsiteX11" fmla="*/ 59152 w 570736"/>
              <a:gd name="connsiteY11" fmla="*/ 359681 h 359681"/>
              <a:gd name="connsiteX12" fmla="*/ 0 w 570736"/>
              <a:gd name="connsiteY12" fmla="*/ 359681 h 359681"/>
              <a:gd name="connsiteX13" fmla="*/ 226352 w 570736"/>
              <a:gd name="connsiteY13" fmla="*/ 302 h 35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0736" h="359681">
                <a:moveTo>
                  <a:pt x="226352" y="144532"/>
                </a:moveTo>
                <a:lnTo>
                  <a:pt x="224249" y="147871"/>
                </a:lnTo>
                <a:lnTo>
                  <a:pt x="226352" y="147871"/>
                </a:lnTo>
                <a:close/>
                <a:moveTo>
                  <a:pt x="226352" y="0"/>
                </a:moveTo>
                <a:lnTo>
                  <a:pt x="226542" y="0"/>
                </a:lnTo>
                <a:lnTo>
                  <a:pt x="317384" y="0"/>
                </a:lnTo>
                <a:lnTo>
                  <a:pt x="570736" y="0"/>
                </a:lnTo>
                <a:lnTo>
                  <a:pt x="570736" y="359681"/>
                </a:lnTo>
                <a:lnTo>
                  <a:pt x="281534" y="359681"/>
                </a:lnTo>
                <a:lnTo>
                  <a:pt x="226352" y="359681"/>
                </a:lnTo>
                <a:lnTo>
                  <a:pt x="90842" y="359681"/>
                </a:lnTo>
                <a:lnTo>
                  <a:pt x="59152" y="359681"/>
                </a:lnTo>
                <a:lnTo>
                  <a:pt x="0" y="359681"/>
                </a:lnTo>
                <a:lnTo>
                  <a:pt x="226352" y="3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4151" y="6334276"/>
            <a:ext cx="440804" cy="28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29770F-637C-3B98-3987-150F75AD50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50326" y="5996097"/>
            <a:ext cx="1433113" cy="72753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6440A46-29F5-8E01-1BB4-747210B9D877}"/>
              </a:ext>
            </a:extLst>
          </p:cNvPr>
          <p:cNvGrpSpPr/>
          <p:nvPr userDrawn="1"/>
        </p:nvGrpSpPr>
        <p:grpSpPr>
          <a:xfrm>
            <a:off x="0" y="0"/>
            <a:ext cx="765243" cy="1171575"/>
            <a:chOff x="-1" y="0"/>
            <a:chExt cx="765243" cy="715789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D7D6B05-0867-1BD6-8DD3-D914752DF988}"/>
                </a:ext>
              </a:extLst>
            </p:cNvPr>
            <p:cNvSpPr/>
            <p:nvPr userDrawn="1"/>
          </p:nvSpPr>
          <p:spPr>
            <a:xfrm rot="10800000">
              <a:off x="79211" y="0"/>
              <a:ext cx="686031" cy="715789"/>
            </a:xfrm>
            <a:custGeom>
              <a:avLst/>
              <a:gdLst>
                <a:gd name="connsiteX0" fmla="*/ 226542 w 317384"/>
                <a:gd name="connsiteY0" fmla="*/ 0 h 359681"/>
                <a:gd name="connsiteX1" fmla="*/ 317384 w 317384"/>
                <a:gd name="connsiteY1" fmla="*/ 0 h 359681"/>
                <a:gd name="connsiteX2" fmla="*/ 90842 w 317384"/>
                <a:gd name="connsiteY2" fmla="*/ 359681 h 359681"/>
                <a:gd name="connsiteX3" fmla="*/ 0 w 317384"/>
                <a:gd name="connsiteY3" fmla="*/ 359681 h 359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384" h="359681">
                  <a:moveTo>
                    <a:pt x="226542" y="0"/>
                  </a:moveTo>
                  <a:lnTo>
                    <a:pt x="317384" y="0"/>
                  </a:lnTo>
                  <a:lnTo>
                    <a:pt x="90842" y="359681"/>
                  </a:lnTo>
                  <a:lnTo>
                    <a:pt x="0" y="35968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C4E972C-1086-EA13-80AA-B45088870DA2}"/>
                </a:ext>
              </a:extLst>
            </p:cNvPr>
            <p:cNvSpPr/>
            <p:nvPr userDrawn="1"/>
          </p:nvSpPr>
          <p:spPr>
            <a:xfrm rot="10800000">
              <a:off x="-1" y="0"/>
              <a:ext cx="599520" cy="715788"/>
            </a:xfrm>
            <a:custGeom>
              <a:avLst/>
              <a:gdLst>
                <a:gd name="connsiteX0" fmla="*/ 607349 w 744216"/>
                <a:gd name="connsiteY0" fmla="*/ 365296 h 888546"/>
                <a:gd name="connsiteX1" fmla="*/ 607349 w 744216"/>
                <a:gd name="connsiteY1" fmla="*/ 357048 h 888546"/>
                <a:gd name="connsiteX2" fmla="*/ 601706 w 744216"/>
                <a:gd name="connsiteY2" fmla="*/ 365296 h 888546"/>
                <a:gd name="connsiteX3" fmla="*/ 744216 w 744216"/>
                <a:gd name="connsiteY3" fmla="*/ 888546 h 888546"/>
                <a:gd name="connsiteX4" fmla="*/ 607349 w 744216"/>
                <a:gd name="connsiteY4" fmla="*/ 888546 h 888546"/>
                <a:gd name="connsiteX5" fmla="*/ 243748 w 744216"/>
                <a:gd name="connsiteY5" fmla="*/ 888546 h 888546"/>
                <a:gd name="connsiteX6" fmla="*/ 158717 w 744216"/>
                <a:gd name="connsiteY6" fmla="*/ 888546 h 888546"/>
                <a:gd name="connsiteX7" fmla="*/ 0 w 744216"/>
                <a:gd name="connsiteY7" fmla="*/ 888546 h 888546"/>
                <a:gd name="connsiteX8" fmla="*/ 607349 w 744216"/>
                <a:gd name="connsiteY8" fmla="*/ 746 h 888546"/>
                <a:gd name="connsiteX9" fmla="*/ 607349 w 744216"/>
                <a:gd name="connsiteY9" fmla="*/ 0 h 888546"/>
                <a:gd name="connsiteX10" fmla="*/ 607859 w 744216"/>
                <a:gd name="connsiteY10" fmla="*/ 0 h 888546"/>
                <a:gd name="connsiteX11" fmla="*/ 744216 w 744216"/>
                <a:gd name="connsiteY11" fmla="*/ 0 h 8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4216" h="888546">
                  <a:moveTo>
                    <a:pt x="607349" y="365296"/>
                  </a:moveTo>
                  <a:lnTo>
                    <a:pt x="607349" y="357048"/>
                  </a:lnTo>
                  <a:lnTo>
                    <a:pt x="601706" y="365296"/>
                  </a:lnTo>
                  <a:close/>
                  <a:moveTo>
                    <a:pt x="744216" y="888546"/>
                  </a:moveTo>
                  <a:lnTo>
                    <a:pt x="607349" y="888546"/>
                  </a:lnTo>
                  <a:lnTo>
                    <a:pt x="243748" y="888546"/>
                  </a:lnTo>
                  <a:lnTo>
                    <a:pt x="158717" y="888546"/>
                  </a:lnTo>
                  <a:lnTo>
                    <a:pt x="0" y="888546"/>
                  </a:lnTo>
                  <a:lnTo>
                    <a:pt x="607349" y="746"/>
                  </a:lnTo>
                  <a:lnTo>
                    <a:pt x="607349" y="0"/>
                  </a:lnTo>
                  <a:lnTo>
                    <a:pt x="607859" y="0"/>
                  </a:lnTo>
                  <a:lnTo>
                    <a:pt x="7442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</p:grpSp>
      <p:sp>
        <p:nvSpPr>
          <p:cNvPr id="3" name="Google Shape;150;p40">
            <a:extLst>
              <a:ext uri="{FF2B5EF4-FFF2-40B4-BE49-F238E27FC236}">
                <a16:creationId xmlns:a16="http://schemas.microsoft.com/office/drawing/2014/main" id="{82CB2677-C0AD-BE7B-F040-9207D032A96C}"/>
              </a:ext>
            </a:extLst>
          </p:cNvPr>
          <p:cNvSpPr txBox="1"/>
          <p:nvPr userDrawn="1"/>
        </p:nvSpPr>
        <p:spPr>
          <a:xfrm>
            <a:off x="777240" y="6384395"/>
            <a:ext cx="4191001" cy="22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325" rIns="0" bIns="48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lang="en-US" sz="800" b="0" u="none" strike="noStrike" cap="none" dirty="0">
                <a:solidFill>
                  <a:schemeClr val="bg1">
                    <a:lumMod val="50000"/>
                  </a:schemeClr>
                </a:solidFill>
                <a:ea typeface="Arial"/>
                <a:cs typeface="Arial"/>
                <a:sym typeface="Arial"/>
              </a:rPr>
              <a:t>©2025 TRANSCELERATE BIOPHARMA INC., ALL RIGHTS RESERVED.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7" r:id="rId2"/>
    <p:sldLayoutId id="2147483708" r:id="rId3"/>
    <p:sldLayoutId id="2147483706" r:id="rId4"/>
    <p:sldLayoutId id="2147483709" r:id="rId5"/>
    <p:sldLayoutId id="2147483672" r:id="rId6"/>
    <p:sldLayoutId id="2147483650" r:id="rId7"/>
    <p:sldLayoutId id="2147483671" r:id="rId8"/>
    <p:sldLayoutId id="2147483668" r:id="rId9"/>
    <p:sldLayoutId id="2147483679" r:id="rId10"/>
    <p:sldLayoutId id="2147483675" r:id="rId11"/>
    <p:sldLayoutId id="2147483655" r:id="rId12"/>
    <p:sldLayoutId id="2147483678" r:id="rId13"/>
    <p:sldLayoutId id="2147483691" r:id="rId14"/>
    <p:sldLayoutId id="2147483677" r:id="rId15"/>
    <p:sldLayoutId id="2147483711" r:id="rId16"/>
    <p:sldLayoutId id="2147483695" r:id="rId17"/>
    <p:sldLayoutId id="2147483665" r:id="rId18"/>
    <p:sldLayoutId id="2147483686" r:id="rId19"/>
    <p:sldLayoutId id="2147483756" r:id="rId20"/>
    <p:sldLayoutId id="2147483687" r:id="rId21"/>
    <p:sldLayoutId id="2147483710" r:id="rId22"/>
    <p:sldLayoutId id="2147483693" r:id="rId23"/>
    <p:sldLayoutId id="2147483755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2800" b="1" i="0" u="none" strike="noStrike" kern="1200" cap="none" spc="0" normalizeH="0" baseline="0">
          <a:ln>
            <a:noFill/>
          </a:ln>
          <a:solidFill>
            <a:srgbClr val="575757"/>
          </a:solidFill>
          <a:effectLst/>
          <a:uLnTx/>
          <a:uFillTx/>
          <a:latin typeface="+mj-lt"/>
          <a:ea typeface="+mn-ea"/>
          <a:cs typeface="Calibri Light" panose="020F030202020403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ct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tabLst/>
        <a:defRPr kumimoji="0" lang="en-US" sz="1400" b="0" i="0" u="none" strike="noStrike" kern="1200" cap="none" spc="0" normalizeH="0" baseline="0" dirty="0">
          <a:ln>
            <a:noFill/>
          </a:ln>
          <a:solidFill>
            <a:srgbClr val="575757"/>
          </a:solidFill>
          <a:effectLst/>
          <a:uLnTx/>
          <a:uFillTx/>
          <a:latin typeface="+mn-lt"/>
          <a:ea typeface="+mn-ea"/>
          <a:cs typeface="Calibri Light" panose="020F0302020204030204" pitchFamily="34" charset="0"/>
        </a:defRPr>
      </a:lvl1pPr>
      <a:lvl2pPr marL="365760" indent="-182880" algn="l" defTabSz="914400" rtl="0" eaLnBrk="1" latinLnBrk="0" hangingPunct="1">
        <a:lnSpc>
          <a:spcPct val="90000"/>
        </a:lnSpc>
        <a:spcBef>
          <a:spcPct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tabLst/>
        <a:defRPr kumimoji="0" lang="en-US" sz="1400" b="0" i="0" u="none" strike="noStrike" kern="1200" cap="none" spc="0" normalizeH="0" baseline="0" dirty="0">
          <a:ln>
            <a:noFill/>
          </a:ln>
          <a:solidFill>
            <a:srgbClr val="575757"/>
          </a:solidFill>
          <a:effectLst/>
          <a:uLnTx/>
          <a:uFillTx/>
          <a:latin typeface="+mn-lt"/>
          <a:ea typeface="+mn-ea"/>
          <a:cs typeface="Calibri Light" panose="020F0302020204030204" pitchFamily="34" charset="0"/>
        </a:defRPr>
      </a:lvl2pPr>
      <a:lvl3pPr marL="548640" indent="-182880" algn="l" defTabSz="914400" rtl="0" eaLnBrk="1" latinLnBrk="0" hangingPunct="1">
        <a:lnSpc>
          <a:spcPct val="90000"/>
        </a:lnSpc>
        <a:spcBef>
          <a:spcPct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kumimoji="0" lang="en-US" sz="1400" b="0" i="0" u="none" strike="noStrike" kern="1200" cap="none" spc="0" normalizeH="0" baseline="0" dirty="0">
          <a:ln>
            <a:noFill/>
          </a:ln>
          <a:solidFill>
            <a:srgbClr val="575757"/>
          </a:solidFill>
          <a:effectLst/>
          <a:uLnTx/>
          <a:uFillTx/>
          <a:latin typeface="+mn-lt"/>
          <a:ea typeface="+mn-ea"/>
          <a:cs typeface="Calibri Light" panose="020F0302020204030204" pitchFamily="34" charset="0"/>
        </a:defRPr>
      </a:lvl3pPr>
      <a:lvl4pPr marL="731520" indent="-182880" algn="l" defTabSz="914400" rtl="0" eaLnBrk="1" latinLnBrk="0" hangingPunct="1">
        <a:lnSpc>
          <a:spcPct val="90000"/>
        </a:lnSpc>
        <a:spcBef>
          <a:spcPct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kumimoji="0" lang="en-US" sz="1400" b="0" i="0" u="none" strike="noStrike" kern="1200" cap="none" spc="0" normalizeH="0" baseline="0" dirty="0">
          <a:ln>
            <a:noFill/>
          </a:ln>
          <a:solidFill>
            <a:srgbClr val="575757"/>
          </a:solidFill>
          <a:effectLst/>
          <a:uLnTx/>
          <a:uFillTx/>
          <a:latin typeface="+mn-lt"/>
          <a:ea typeface="+mn-ea"/>
          <a:cs typeface="Calibri Light" panose="020F0302020204030204" pitchFamily="34" charset="0"/>
        </a:defRPr>
      </a:lvl4pPr>
      <a:lvl5pPr marL="914400" indent="-182880" algn="l" defTabSz="914400" rtl="0" eaLnBrk="1" latinLnBrk="0" hangingPunct="1">
        <a:lnSpc>
          <a:spcPct val="90000"/>
        </a:lnSpc>
        <a:spcBef>
          <a:spcPct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kumimoji="0" lang="en-US" sz="1400" b="0" i="0" u="none" strike="noStrike" kern="1200" cap="none" spc="0" normalizeH="0" baseline="0" dirty="0">
          <a:ln>
            <a:noFill/>
          </a:ln>
          <a:solidFill>
            <a:srgbClr val="575757"/>
          </a:solidFill>
          <a:effectLst/>
          <a:uLnTx/>
          <a:uFillTx/>
          <a:latin typeface="+mn-lt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480" userDrawn="1">
          <p15:clr>
            <a:srgbClr val="F26B43"/>
          </p15:clr>
        </p15:guide>
        <p15:guide id="3" pos="7272" userDrawn="1">
          <p15:clr>
            <a:srgbClr val="F26B43"/>
          </p15:clr>
        </p15:guide>
        <p15:guide id="4" orient="horz" pos="2016" userDrawn="1">
          <p15:clr>
            <a:srgbClr val="F26B43"/>
          </p15:clr>
        </p15:guide>
        <p15:guide id="5" orient="horz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7B4055-24E2-747B-0427-936EB5895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38" y="1194291"/>
            <a:ext cx="6358499" cy="1803813"/>
          </a:xfrm>
        </p:spPr>
        <p:txBody>
          <a:bodyPr/>
          <a:lstStyle/>
          <a:p>
            <a:pPr fontAlgn="base"/>
            <a:r>
              <a:rPr lang="en-US" dirty="0"/>
              <a:t>From Clinical Strategy to Filing: Automating the Clinical Data Flow Journey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50AB3-FD81-6893-6886-C76F487CE4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Assessment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D8D39E-24B7-653C-EB09-D614449AAB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Q4 2025</a:t>
            </a:r>
          </a:p>
        </p:txBody>
      </p:sp>
      <p:sp>
        <p:nvSpPr>
          <p:cNvPr id="2" name="Arrow: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0CC59E0-0E76-CD4A-43A3-43B1FE8D2ED1}"/>
              </a:ext>
            </a:extLst>
          </p:cNvPr>
          <p:cNvSpPr/>
          <p:nvPr/>
        </p:nvSpPr>
        <p:spPr>
          <a:xfrm>
            <a:off x="777238" y="3686484"/>
            <a:ext cx="2264637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Click for Instructions</a:t>
            </a:r>
          </a:p>
        </p:txBody>
      </p:sp>
    </p:spTree>
    <p:extLst>
      <p:ext uri="{BB962C8B-B14F-4D97-AF65-F5344CB8AC3E}">
        <p14:creationId xmlns:p14="http://schemas.microsoft.com/office/powerpoint/2010/main" val="163059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0CB607-E3D7-29B3-E3A1-53FBD54A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 for Taking the Learning Assessment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861EAED-4468-8955-542E-0BA71ACE35C8}"/>
              </a:ext>
            </a:extLst>
          </p:cNvPr>
          <p:cNvGrpSpPr/>
          <p:nvPr/>
        </p:nvGrpSpPr>
        <p:grpSpPr>
          <a:xfrm>
            <a:off x="687387" y="920565"/>
            <a:ext cx="10484572" cy="4840644"/>
            <a:chOff x="687387" y="1365464"/>
            <a:chExt cx="10484572" cy="484064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C6673A8-F4E6-156B-42B7-2ADC96F71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7387" y="1365464"/>
              <a:ext cx="1030313" cy="4840644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FAC150-5410-044D-7861-FA2CD357B8C4}"/>
                </a:ext>
              </a:extLst>
            </p:cNvPr>
            <p:cNvGrpSpPr/>
            <p:nvPr/>
          </p:nvGrpSpPr>
          <p:grpSpPr>
            <a:xfrm>
              <a:off x="687387" y="1635664"/>
              <a:ext cx="10484572" cy="4300243"/>
              <a:chOff x="717514" y="1635665"/>
              <a:chExt cx="10484572" cy="4300243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6D604623-656F-A961-75DC-780F3F8EB476}"/>
                  </a:ext>
                </a:extLst>
              </p:cNvPr>
              <p:cNvSpPr/>
              <p:nvPr/>
            </p:nvSpPr>
            <p:spPr>
              <a:xfrm>
                <a:off x="1349903" y="1762143"/>
                <a:ext cx="9852183" cy="1011822"/>
              </a:xfrm>
              <a:custGeom>
                <a:avLst/>
                <a:gdLst>
                  <a:gd name="connsiteX0" fmla="*/ 0 w 9852183"/>
                  <a:gd name="connsiteY0" fmla="*/ 0 h 1011822"/>
                  <a:gd name="connsiteX1" fmla="*/ 9852183 w 9852183"/>
                  <a:gd name="connsiteY1" fmla="*/ 0 h 1011822"/>
                  <a:gd name="connsiteX2" fmla="*/ 9852183 w 9852183"/>
                  <a:gd name="connsiteY2" fmla="*/ 1011822 h 1011822"/>
                  <a:gd name="connsiteX3" fmla="*/ 0 w 9852183"/>
                  <a:gd name="connsiteY3" fmla="*/ 1011822 h 1011822"/>
                  <a:gd name="connsiteX4" fmla="*/ 0 w 9852183"/>
                  <a:gd name="connsiteY4" fmla="*/ 0 h 1011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52183" h="1011822">
                    <a:moveTo>
                      <a:pt x="0" y="0"/>
                    </a:moveTo>
                    <a:lnTo>
                      <a:pt x="9852183" y="0"/>
                    </a:lnTo>
                    <a:lnTo>
                      <a:pt x="9852183" y="1011822"/>
                    </a:lnTo>
                    <a:lnTo>
                      <a:pt x="0" y="101182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03134" tIns="132080" rIns="132080" bIns="132080" numCol="1" spcCol="1270" anchor="ctr" anchorCtr="0">
                <a:noAutofit/>
              </a:bodyPr>
              <a:lstStyle/>
              <a:p>
                <a:pPr marL="0" lvl="0" indent="0" algn="l" defTabSz="2311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kern="1200" dirty="0"/>
                  <a:t>Download this PowerPoint slide deck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8888CCA-69FB-B9C0-E1E9-03939BF2023B}"/>
                  </a:ext>
                </a:extLst>
              </p:cNvPr>
              <p:cNvSpPr/>
              <p:nvPr/>
            </p:nvSpPr>
            <p:spPr>
              <a:xfrm>
                <a:off x="717514" y="1635665"/>
                <a:ext cx="1264777" cy="1264777"/>
              </a:xfrm>
              <a:prstGeom prst="ellipse">
                <a:avLst/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="ctr"/>
              <a:lstStyle/>
              <a:p>
                <a:pPr algn="ctr"/>
                <a:r>
                  <a:rPr lang="en-US" b="1" dirty="0"/>
                  <a:t>1</a:t>
                </a: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E63CB06-1981-6607-08E0-EE73477A02FD}"/>
                  </a:ext>
                </a:extLst>
              </p:cNvPr>
              <p:cNvSpPr/>
              <p:nvPr/>
            </p:nvSpPr>
            <p:spPr>
              <a:xfrm>
                <a:off x="1717700" y="3279876"/>
                <a:ext cx="9484386" cy="1011822"/>
              </a:xfrm>
              <a:custGeom>
                <a:avLst/>
                <a:gdLst>
                  <a:gd name="connsiteX0" fmla="*/ 0 w 9484386"/>
                  <a:gd name="connsiteY0" fmla="*/ 0 h 1011822"/>
                  <a:gd name="connsiteX1" fmla="*/ 9484386 w 9484386"/>
                  <a:gd name="connsiteY1" fmla="*/ 0 h 1011822"/>
                  <a:gd name="connsiteX2" fmla="*/ 9484386 w 9484386"/>
                  <a:gd name="connsiteY2" fmla="*/ 1011822 h 1011822"/>
                  <a:gd name="connsiteX3" fmla="*/ 0 w 9484386"/>
                  <a:gd name="connsiteY3" fmla="*/ 1011822 h 1011822"/>
                  <a:gd name="connsiteX4" fmla="*/ 0 w 9484386"/>
                  <a:gd name="connsiteY4" fmla="*/ 0 h 1011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84386" h="1011822">
                    <a:moveTo>
                      <a:pt x="0" y="0"/>
                    </a:moveTo>
                    <a:lnTo>
                      <a:pt x="9484386" y="0"/>
                    </a:lnTo>
                    <a:lnTo>
                      <a:pt x="9484386" y="1011822"/>
                    </a:lnTo>
                    <a:lnTo>
                      <a:pt x="0" y="101182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03134" tIns="132080" rIns="132080" bIns="132080" numCol="1" spcCol="1270" anchor="ctr" anchorCtr="0">
                <a:noAutofit/>
              </a:bodyPr>
              <a:lstStyle/>
              <a:p>
                <a:pPr marL="0" lvl="0" indent="0" algn="l" defTabSz="2311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kern="1200" dirty="0"/>
                  <a:t>Play the PowerPoint as a Slide Show from the beginning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CA694D9-A876-13B0-C1A8-03B5282A4E2C}"/>
                  </a:ext>
                </a:extLst>
              </p:cNvPr>
              <p:cNvSpPr/>
              <p:nvPr/>
            </p:nvSpPr>
            <p:spPr>
              <a:xfrm>
                <a:off x="1085312" y="3153398"/>
                <a:ext cx="1264777" cy="1264777"/>
              </a:xfrm>
              <a:prstGeom prst="ellipse">
                <a:avLst/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="ctr"/>
              <a:lstStyle/>
              <a:p>
                <a:pPr algn="ctr"/>
                <a:r>
                  <a:rPr lang="en-US" b="1" dirty="0"/>
                  <a:t>2</a:t>
                </a: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4CF42B8-46F2-6DDA-DB8D-EE6DF5BE31D1}"/>
                  </a:ext>
                </a:extLst>
              </p:cNvPr>
              <p:cNvSpPr/>
              <p:nvPr/>
            </p:nvSpPr>
            <p:spPr>
              <a:xfrm>
                <a:off x="1349903" y="4797609"/>
                <a:ext cx="9852183" cy="1011822"/>
              </a:xfrm>
              <a:custGeom>
                <a:avLst/>
                <a:gdLst>
                  <a:gd name="connsiteX0" fmla="*/ 0 w 9852183"/>
                  <a:gd name="connsiteY0" fmla="*/ 0 h 1011822"/>
                  <a:gd name="connsiteX1" fmla="*/ 9852183 w 9852183"/>
                  <a:gd name="connsiteY1" fmla="*/ 0 h 1011822"/>
                  <a:gd name="connsiteX2" fmla="*/ 9852183 w 9852183"/>
                  <a:gd name="connsiteY2" fmla="*/ 1011822 h 1011822"/>
                  <a:gd name="connsiteX3" fmla="*/ 0 w 9852183"/>
                  <a:gd name="connsiteY3" fmla="*/ 1011822 h 1011822"/>
                  <a:gd name="connsiteX4" fmla="*/ 0 w 9852183"/>
                  <a:gd name="connsiteY4" fmla="*/ 0 h 1011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52183" h="1011822">
                    <a:moveTo>
                      <a:pt x="0" y="0"/>
                    </a:moveTo>
                    <a:lnTo>
                      <a:pt x="9852183" y="0"/>
                    </a:lnTo>
                    <a:lnTo>
                      <a:pt x="9852183" y="1011822"/>
                    </a:lnTo>
                    <a:lnTo>
                      <a:pt x="0" y="101182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03134" tIns="132080" rIns="132080" bIns="132080" numCol="1" spcCol="1270" anchor="ctr" anchorCtr="0">
                <a:noAutofit/>
              </a:bodyPr>
              <a:lstStyle/>
              <a:p>
                <a:pPr marL="0" lvl="0" indent="0" algn="l" defTabSz="2311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dirty="0"/>
                  <a:t>Answer each of the questions by clicking into the answer until you reach the end of the assessment.  </a:t>
                </a:r>
                <a:endParaRPr lang="en-US" sz="1600" kern="1200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E23FD89-98CB-119F-13F8-326937499006}"/>
                  </a:ext>
                </a:extLst>
              </p:cNvPr>
              <p:cNvSpPr/>
              <p:nvPr/>
            </p:nvSpPr>
            <p:spPr>
              <a:xfrm>
                <a:off x="717514" y="4671131"/>
                <a:ext cx="1264777" cy="1264777"/>
              </a:xfrm>
              <a:prstGeom prst="ellipse">
                <a:avLst/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="ctr"/>
              <a:lstStyle/>
              <a:p>
                <a:pPr algn="ctr"/>
                <a:r>
                  <a:rPr lang="en-US" b="1" dirty="0"/>
                  <a:t>3</a:t>
                </a:r>
              </a:p>
            </p:txBody>
          </p:sp>
        </p:grpSp>
      </p:grpSp>
      <p:sp>
        <p:nvSpPr>
          <p:cNvPr id="14" name="Arrow: Right 1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F2A1992-C8DF-2382-8066-9E54A6D08E4C}"/>
              </a:ext>
            </a:extLst>
          </p:cNvPr>
          <p:cNvSpPr/>
          <p:nvPr/>
        </p:nvSpPr>
        <p:spPr>
          <a:xfrm>
            <a:off x="4323459" y="5662101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Click to Start the Assessment</a:t>
            </a:r>
          </a:p>
        </p:txBody>
      </p:sp>
      <p:sp>
        <p:nvSpPr>
          <p:cNvPr id="15" name="Rectangle: Rounded Corners 14">
            <a:hlinkClick r:id="" action="ppaction://hlinkshowjump?jump=endshow"/>
            <a:extLst>
              <a:ext uri="{FF2B5EF4-FFF2-40B4-BE49-F238E27FC236}">
                <a16:creationId xmlns:a16="http://schemas.microsoft.com/office/drawing/2014/main" id="{0E1B18B0-2334-8D58-8093-2EDFC6D5A755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4139979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B32EBF-9AC2-E238-47F1-71B9A5E40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697" y="6684653"/>
            <a:ext cx="440804" cy="2856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E15A8F-B5EF-E114-27E1-F60C025E08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 1 of 4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2D9DC7-218B-1B50-12D2-B4ACAA2ABDE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/>
              <a:t>Who primarily defines the need for a data point in the Clinical Development Plan (CDP)?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6864A3-33AB-C580-8D4F-00D0982C9671}"/>
              </a:ext>
            </a:extLst>
          </p:cNvPr>
          <p:cNvGrpSpPr/>
          <p:nvPr/>
        </p:nvGrpSpPr>
        <p:grpSpPr>
          <a:xfrm>
            <a:off x="6853727" y="1495513"/>
            <a:ext cx="4644203" cy="960259"/>
            <a:chOff x="6845181" y="1145136"/>
            <a:chExt cx="4644203" cy="960259"/>
          </a:xfrm>
        </p:grpSpPr>
        <p:sp>
          <p:nvSpPr>
            <p:cNvPr id="13" name="Freeform: Shap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E103199-AA69-ED5E-0B7A-BF70784CFEDF}"/>
                </a:ext>
              </a:extLst>
            </p:cNvPr>
            <p:cNvSpPr/>
            <p:nvPr/>
          </p:nvSpPr>
          <p:spPr>
            <a:xfrm>
              <a:off x="7378971" y="1145404"/>
              <a:ext cx="4110413" cy="959991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6" bIns="6858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0" lang="en-US" altLang="en-US" sz="1800" b="1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Clinician / Clinical Scientist</a:t>
              </a:r>
              <a:endParaRPr lang="en-US" sz="1800" b="1" u="none" kern="1200" dirty="0">
                <a:solidFill>
                  <a:schemeClr val="bg1"/>
                </a:solidFill>
              </a:endParaRPr>
            </a:p>
          </p:txBody>
        </p:sp>
        <p:sp>
          <p:nvSpPr>
            <p:cNvPr id="14" name="Oval 13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66E2E50-D646-8B69-7C54-FFF6DB801821}"/>
                </a:ext>
              </a:extLst>
            </p:cNvPr>
            <p:cNvSpPr/>
            <p:nvPr/>
          </p:nvSpPr>
          <p:spPr>
            <a:xfrm>
              <a:off x="6845181" y="1145136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A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0D3755D-C79E-E19B-CF99-CD1C84BD77F9}"/>
              </a:ext>
            </a:extLst>
          </p:cNvPr>
          <p:cNvGrpSpPr/>
          <p:nvPr/>
        </p:nvGrpSpPr>
        <p:grpSpPr>
          <a:xfrm>
            <a:off x="6853727" y="2725247"/>
            <a:ext cx="4644203" cy="977077"/>
            <a:chOff x="6845181" y="2374870"/>
            <a:chExt cx="4644203" cy="977077"/>
          </a:xfrm>
        </p:grpSpPr>
        <p:sp>
          <p:nvSpPr>
            <p:cNvPr id="15" name="Freeform: Shape 14">
              <a:hlinkClick r:id="rId2" action="ppaction://hlinksldjump"/>
              <a:extLst>
                <a:ext uri="{FF2B5EF4-FFF2-40B4-BE49-F238E27FC236}">
                  <a16:creationId xmlns:a16="http://schemas.microsoft.com/office/drawing/2014/main" id="{4C9007DA-229B-B0E7-016F-B55E9A380177}"/>
                </a:ext>
              </a:extLst>
            </p:cNvPr>
            <p:cNvSpPr/>
            <p:nvPr/>
          </p:nvSpPr>
          <p:spPr>
            <a:xfrm>
              <a:off x="7378971" y="2391957"/>
              <a:ext cx="4110413" cy="959990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6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0" lang="en-US" altLang="en-US" sz="1800" b="1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Medical Writers</a:t>
              </a:r>
              <a:endParaRPr kumimoji="0" lang="en-US" altLang="en-US" sz="18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6" name="Oval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F6A741D8-B783-5924-D5FD-3DBD8D3C6510}"/>
                </a:ext>
              </a:extLst>
            </p:cNvPr>
            <p:cNvSpPr/>
            <p:nvPr/>
          </p:nvSpPr>
          <p:spPr>
            <a:xfrm>
              <a:off x="6845181" y="2374870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B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2E86923-FE19-D441-DBE9-4B82AF3D913F}"/>
              </a:ext>
            </a:extLst>
          </p:cNvPr>
          <p:cNvGrpSpPr/>
          <p:nvPr/>
        </p:nvGrpSpPr>
        <p:grpSpPr>
          <a:xfrm>
            <a:off x="6853727" y="3971800"/>
            <a:ext cx="4644203" cy="977077"/>
            <a:chOff x="6845181" y="3621423"/>
            <a:chExt cx="4644203" cy="977077"/>
          </a:xfrm>
        </p:grpSpPr>
        <p:sp>
          <p:nvSpPr>
            <p:cNvPr id="17" name="Freeform: 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83652E56-97AF-CD12-C4C1-937184D916BC}"/>
                </a:ext>
              </a:extLst>
            </p:cNvPr>
            <p:cNvSpPr/>
            <p:nvPr/>
          </p:nvSpPr>
          <p:spPr>
            <a:xfrm>
              <a:off x="7378971" y="3638510"/>
              <a:ext cx="4110413" cy="959990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6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0" lang="en-US" altLang="en-US" sz="1800" b="1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Data Managers</a:t>
              </a:r>
              <a:endParaRPr kumimoji="0" lang="en-US" altLang="en-US" sz="18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8" name="Oval 17">
              <a:hlinkClick r:id="rId2" action="ppaction://hlinksldjump"/>
              <a:extLst>
                <a:ext uri="{FF2B5EF4-FFF2-40B4-BE49-F238E27FC236}">
                  <a16:creationId xmlns:a16="http://schemas.microsoft.com/office/drawing/2014/main" id="{A8851CD2-C279-4CA6-4AAB-38E90BFCA10D}"/>
                </a:ext>
              </a:extLst>
            </p:cNvPr>
            <p:cNvSpPr/>
            <p:nvPr/>
          </p:nvSpPr>
          <p:spPr>
            <a:xfrm>
              <a:off x="6845181" y="3621423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C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198DCD-4F4C-D958-CF43-152488DEB4BD}"/>
              </a:ext>
            </a:extLst>
          </p:cNvPr>
          <p:cNvGrpSpPr/>
          <p:nvPr/>
        </p:nvGrpSpPr>
        <p:grpSpPr>
          <a:xfrm>
            <a:off x="6853727" y="5218353"/>
            <a:ext cx="4644204" cy="977077"/>
            <a:chOff x="6845181" y="4867976"/>
            <a:chExt cx="4644204" cy="977077"/>
          </a:xfrm>
        </p:grpSpPr>
        <p:sp>
          <p:nvSpPr>
            <p:cNvPr id="19" name="Freeform: Shape 18">
              <a:hlinkClick r:id="rId2" action="ppaction://hlinksldjump"/>
              <a:extLst>
                <a:ext uri="{FF2B5EF4-FFF2-40B4-BE49-F238E27FC236}">
                  <a16:creationId xmlns:a16="http://schemas.microsoft.com/office/drawing/2014/main" id="{58738D74-1223-3739-3318-C74A61883847}"/>
                </a:ext>
              </a:extLst>
            </p:cNvPr>
            <p:cNvSpPr/>
            <p:nvPr/>
          </p:nvSpPr>
          <p:spPr>
            <a:xfrm>
              <a:off x="7378971" y="4885063"/>
              <a:ext cx="4110414" cy="959990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7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0" lang="en-US" altLang="en-US" sz="1800" b="1" i="0" u="none" strike="noStrike" kern="1200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Biostatisticians</a:t>
              </a:r>
              <a:r>
                <a:rPr kumimoji="0" lang="en-US" altLang="en-US" sz="1800" b="1" i="0" u="none" strike="noStrike" kern="1200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</a:rPr>
                <a:t> </a:t>
              </a:r>
              <a:endParaRPr kumimoji="0" lang="en-US" altLang="en-US" sz="18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0" name="Oval 19">
              <a:hlinkClick r:id="rId2" action="ppaction://hlinksldjump"/>
              <a:extLst>
                <a:ext uri="{FF2B5EF4-FFF2-40B4-BE49-F238E27FC236}">
                  <a16:creationId xmlns:a16="http://schemas.microsoft.com/office/drawing/2014/main" id="{F7E463DA-7B72-8AAC-0F17-8A22D49492A6}"/>
                </a:ext>
              </a:extLst>
            </p:cNvPr>
            <p:cNvSpPr/>
            <p:nvPr/>
          </p:nvSpPr>
          <p:spPr>
            <a:xfrm>
              <a:off x="6845181" y="4867976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D</a:t>
              </a:r>
            </a:p>
          </p:txBody>
        </p:sp>
      </p:grp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0C5CE95B-0FF0-F285-851B-1AD7470C03C8}"/>
              </a:ext>
            </a:extLst>
          </p:cNvPr>
          <p:cNvSpPr txBox="1">
            <a:spLocks/>
          </p:cNvSpPr>
          <p:nvPr/>
        </p:nvSpPr>
        <p:spPr>
          <a:xfrm>
            <a:off x="6853727" y="607645"/>
            <a:ext cx="4644203" cy="6181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kumimoji="0" lang="en-US" sz="16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1pPr>
            <a:lvl2pPr marL="18288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2pPr>
            <a:lvl3pPr marL="36576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3pPr>
            <a:lvl4pPr marL="54864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4pPr>
            <a:lvl5pPr marL="73152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</a:rPr>
              <a:t>Click on your answer below</a:t>
            </a:r>
          </a:p>
        </p:txBody>
      </p:sp>
      <p:sp>
        <p:nvSpPr>
          <p:cNvPr id="26" name="Rectangle: Rounded Corners 25">
            <a:hlinkClick r:id="" action="ppaction://hlinkshowjump?jump=endshow"/>
            <a:extLst>
              <a:ext uri="{FF2B5EF4-FFF2-40B4-BE49-F238E27FC236}">
                <a16:creationId xmlns:a16="http://schemas.microsoft.com/office/drawing/2014/main" id="{555E131D-DC7A-621B-121F-0A0C68A14E92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421097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38B532-D4A3-111F-2A7B-504609E7F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dirty="0"/>
              <a:t>👍 That’s Right!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Clinician or Clinical Scientists is the person that primarily defines the need for a data point in the Clinical Development Plan (CDP).</a:t>
            </a:r>
          </a:p>
          <a:p>
            <a:pPr marL="0" indent="0">
              <a:buNone/>
            </a:pPr>
            <a:r>
              <a:rPr lang="en-US" sz="4400" b="1" dirty="0"/>
              <a:t> 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A64733-D840-DC29-663A-E33238E99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Arrow: Right 7">
            <a:hlinkClick r:id="rId2" action="ppaction://hlinksldjump"/>
            <a:extLst>
              <a:ext uri="{FF2B5EF4-FFF2-40B4-BE49-F238E27FC236}">
                <a16:creationId xmlns:a16="http://schemas.microsoft.com/office/drawing/2014/main" id="{8AFBDABF-B9ED-D0EF-6A2F-AB0235E233A0}"/>
              </a:ext>
            </a:extLst>
          </p:cNvPr>
          <p:cNvSpPr/>
          <p:nvPr/>
        </p:nvSpPr>
        <p:spPr>
          <a:xfrm>
            <a:off x="765243" y="3747843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Next Question </a:t>
            </a:r>
            <a:r>
              <a:rPr lang="en-US" sz="1400" b="1" dirty="0">
                <a:sym typeface="Wingdings" panose="05000000000000000000" pitchFamily="2" charset="2"/>
              </a:rPr>
              <a:t></a:t>
            </a:r>
            <a:endParaRPr lang="en-US" sz="1400" b="1" dirty="0"/>
          </a:p>
        </p:txBody>
      </p:sp>
      <p:sp>
        <p:nvSpPr>
          <p:cNvPr id="9" name="Rectangle: Rounded Corners 8">
            <a:hlinkClick r:id="" action="ppaction://hlinkshowjump?jump=endshow"/>
            <a:extLst>
              <a:ext uri="{FF2B5EF4-FFF2-40B4-BE49-F238E27FC236}">
                <a16:creationId xmlns:a16="http://schemas.microsoft.com/office/drawing/2014/main" id="{5DF6CCEA-74DA-4147-1DCD-BEA7966F36B7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3083685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F1D6B-EC14-2993-2439-AAC365A6D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0303AD7D-BF78-B91F-B89C-F56E440CB23C}"/>
              </a:ext>
            </a:extLst>
          </p:cNvPr>
          <p:cNvSpPr txBox="1">
            <a:spLocks/>
          </p:cNvSpPr>
          <p:nvPr/>
        </p:nvSpPr>
        <p:spPr>
          <a:xfrm>
            <a:off x="765243" y="1377303"/>
            <a:ext cx="10779058" cy="4341572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1pPr>
            <a:lvl2pPr marL="36576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2pPr>
            <a:lvl3pPr marL="54864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3pPr>
            <a:lvl4pPr marL="73152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4pPr>
            <a:lvl5pPr marL="91440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solidFill>
                  <a:schemeClr val="bg1"/>
                </a:solidFill>
              </a:rPr>
              <a:t>🫢 Oops, that’s not correct.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solidFill>
                  <a:schemeClr val="bg1"/>
                </a:solidFill>
              </a:rPr>
              <a:t>   </a:t>
            </a:r>
          </a:p>
        </p:txBody>
      </p:sp>
      <p:sp>
        <p:nvSpPr>
          <p:cNvPr id="7" name="Arrow: Right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AB79512-BA3B-66E3-C4C6-32D955B3E864}"/>
              </a:ext>
            </a:extLst>
          </p:cNvPr>
          <p:cNvSpPr/>
          <p:nvPr/>
        </p:nvSpPr>
        <p:spPr>
          <a:xfrm>
            <a:off x="5063777" y="2705256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Continue Quiz </a:t>
            </a:r>
            <a:r>
              <a:rPr lang="en-US" sz="1400" b="1" dirty="0">
                <a:sym typeface="Wingdings" panose="05000000000000000000" pitchFamily="2" charset="2"/>
              </a:rPr>
              <a:t></a:t>
            </a:r>
            <a:endParaRPr lang="en-US" sz="1400" b="1" dirty="0"/>
          </a:p>
        </p:txBody>
      </p:sp>
      <p:sp>
        <p:nvSpPr>
          <p:cNvPr id="8" name="Arrow: Right 7">
            <a:hlinkClick r:id="rId2" action="ppaction://hlinksldjump"/>
            <a:extLst>
              <a:ext uri="{FF2B5EF4-FFF2-40B4-BE49-F238E27FC236}">
                <a16:creationId xmlns:a16="http://schemas.microsoft.com/office/drawing/2014/main" id="{65D51A2A-6352-3916-0685-49F48A16EA37}"/>
              </a:ext>
            </a:extLst>
          </p:cNvPr>
          <p:cNvSpPr/>
          <p:nvPr/>
        </p:nvSpPr>
        <p:spPr>
          <a:xfrm flipH="1">
            <a:off x="968917" y="2705255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ym typeface="Wingdings" panose="05000000000000000000" pitchFamily="2" charset="2"/>
              </a:rPr>
              <a:t></a:t>
            </a:r>
            <a:r>
              <a:rPr lang="en-US" sz="1400" b="1" dirty="0"/>
              <a:t> Try Again</a:t>
            </a:r>
          </a:p>
        </p:txBody>
      </p:sp>
      <p:sp>
        <p:nvSpPr>
          <p:cNvPr id="10" name="Rectangle: Rounded Corners 9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1C60D0B-8D9C-C1FF-AD5C-662D32A2EE5F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73265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AE1A4-D2D3-589D-7C31-9CEEAAD8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E0DCF5-8F45-A562-9EF4-918775008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697" y="6684653"/>
            <a:ext cx="440804" cy="2856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B7048D-B3FA-EB72-FE71-98385C5D9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8096" y="1441002"/>
            <a:ext cx="4783394" cy="387798"/>
          </a:xfrm>
        </p:spPr>
        <p:txBody>
          <a:bodyPr/>
          <a:lstStyle/>
          <a:p>
            <a:r>
              <a:rPr lang="en-US" dirty="0"/>
              <a:t>Question 2 of 4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A5D8D9-80D2-7D52-4BD7-128598DFCA4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350" y="2344994"/>
            <a:ext cx="4569924" cy="3598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What is the significance of applying the Unified Study Definitions Model (USDM) or equivalent model, during the Protocol Authoring stage?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A48D896-357D-507F-5F18-BECC648C0D46}"/>
              </a:ext>
            </a:extLst>
          </p:cNvPr>
          <p:cNvGrpSpPr/>
          <p:nvPr/>
        </p:nvGrpSpPr>
        <p:grpSpPr>
          <a:xfrm>
            <a:off x="6853727" y="1495513"/>
            <a:ext cx="4644203" cy="960259"/>
            <a:chOff x="6845181" y="1145136"/>
            <a:chExt cx="4644203" cy="960259"/>
          </a:xfrm>
        </p:grpSpPr>
        <p:sp>
          <p:nvSpPr>
            <p:cNvPr id="13" name="Freeform: Shape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F91B4C6B-756F-F9CC-090A-77EE5D91BCE8}"/>
                </a:ext>
              </a:extLst>
            </p:cNvPr>
            <p:cNvSpPr/>
            <p:nvPr/>
          </p:nvSpPr>
          <p:spPr>
            <a:xfrm>
              <a:off x="7378971" y="1145404"/>
              <a:ext cx="4110413" cy="959991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6" bIns="68581" numCol="1" spcCol="1270" anchor="ctr" anchorCtr="0">
              <a:noAutofit/>
            </a:bodyPr>
            <a:lstStyle/>
            <a:p>
              <a:pPr marL="0" lvl="0" indent="0" algn="ctr" defTabSz="8001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dirty="0">
                  <a:solidFill>
                    <a:schemeClr val="bg1"/>
                  </a:solidFill>
                  <a:cs typeface="Arial" panose="020B0604020202020204" pitchFamily="34" charset="0"/>
                </a:rPr>
                <a:t>It allows for the creation of a WORD document</a:t>
              </a:r>
              <a:endParaRPr lang="en-US" sz="1800" b="1" u="none" kern="1200" dirty="0">
                <a:solidFill>
                  <a:schemeClr val="bg1"/>
                </a:solidFill>
              </a:endParaRPr>
            </a:p>
          </p:txBody>
        </p:sp>
        <p:sp>
          <p:nvSpPr>
            <p:cNvPr id="14" name="Oval 13">
              <a:hlinkClick r:id="rId2" action="ppaction://hlinksldjump"/>
              <a:extLst>
                <a:ext uri="{FF2B5EF4-FFF2-40B4-BE49-F238E27FC236}">
                  <a16:creationId xmlns:a16="http://schemas.microsoft.com/office/drawing/2014/main" id="{3C35A787-6894-B98B-8855-86B17C5D8777}"/>
                </a:ext>
              </a:extLst>
            </p:cNvPr>
            <p:cNvSpPr/>
            <p:nvPr/>
          </p:nvSpPr>
          <p:spPr>
            <a:xfrm>
              <a:off x="6845181" y="1145136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A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99F660-6A02-EFCC-DF01-04D8001A2DD7}"/>
              </a:ext>
            </a:extLst>
          </p:cNvPr>
          <p:cNvGrpSpPr/>
          <p:nvPr/>
        </p:nvGrpSpPr>
        <p:grpSpPr>
          <a:xfrm>
            <a:off x="6853727" y="2725247"/>
            <a:ext cx="4644203" cy="977077"/>
            <a:chOff x="6845181" y="2374870"/>
            <a:chExt cx="4644203" cy="977077"/>
          </a:xfrm>
        </p:grpSpPr>
        <p:sp>
          <p:nvSpPr>
            <p:cNvPr id="15" name="Freeform: Shape 14">
              <a:hlinkClick r:id="rId3" action="ppaction://hlinksldjump"/>
              <a:extLst>
                <a:ext uri="{FF2B5EF4-FFF2-40B4-BE49-F238E27FC236}">
                  <a16:creationId xmlns:a16="http://schemas.microsoft.com/office/drawing/2014/main" id="{39880DE4-BB80-8DB5-8F8D-C1BE9765B961}"/>
                </a:ext>
              </a:extLst>
            </p:cNvPr>
            <p:cNvSpPr/>
            <p:nvPr/>
          </p:nvSpPr>
          <p:spPr>
            <a:xfrm>
              <a:off x="7378971" y="2391957"/>
              <a:ext cx="4110413" cy="959990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6" bIns="68580" numCol="1" spcCol="1270" anchor="ctr" anchorCtr="0">
              <a:noAutofit/>
            </a:bodyPr>
            <a:lstStyle/>
            <a:p>
              <a:pPr marL="0" lvl="0" indent="0" algn="ctr" defTabSz="8001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0" lang="en-US" altLang="en-US" sz="1800" b="1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It supports the single source of truth for data flow to downstream documents</a:t>
              </a:r>
              <a:endParaRPr kumimoji="0" lang="en-US" altLang="en-US" sz="18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6" name="Oval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9C48E1DF-44D0-D5D6-E303-D8EC3AFD732A}"/>
                </a:ext>
              </a:extLst>
            </p:cNvPr>
            <p:cNvSpPr/>
            <p:nvPr/>
          </p:nvSpPr>
          <p:spPr>
            <a:xfrm>
              <a:off x="6845181" y="2374870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B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19BE20A-A937-F86D-CEBF-9F01F5FE6846}"/>
              </a:ext>
            </a:extLst>
          </p:cNvPr>
          <p:cNvGrpSpPr/>
          <p:nvPr/>
        </p:nvGrpSpPr>
        <p:grpSpPr>
          <a:xfrm>
            <a:off x="6853727" y="3971800"/>
            <a:ext cx="4644203" cy="977077"/>
            <a:chOff x="6845181" y="3621423"/>
            <a:chExt cx="4644203" cy="977077"/>
          </a:xfrm>
        </p:grpSpPr>
        <p:sp>
          <p:nvSpPr>
            <p:cNvPr id="17" name="Freeform: 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92535ED9-6921-7E33-B22A-7DF7395D42C4}"/>
                </a:ext>
              </a:extLst>
            </p:cNvPr>
            <p:cNvSpPr/>
            <p:nvPr/>
          </p:nvSpPr>
          <p:spPr>
            <a:xfrm>
              <a:off x="7378971" y="3638510"/>
              <a:ext cx="4110413" cy="959990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6" bIns="68580" numCol="1" spcCol="1270" anchor="ctr" anchorCtr="0">
              <a:noAutofit/>
            </a:bodyPr>
            <a:lstStyle/>
            <a:p>
              <a:pPr marL="0" lvl="0" indent="0" algn="ctr" defTabSz="8001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0" lang="en-US" altLang="en-US" sz="1800" b="1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It eliminates the need for clinical operations</a:t>
              </a:r>
              <a:endParaRPr kumimoji="0" lang="en-US" altLang="en-US" sz="18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8" name="Oval 17">
              <a:hlinkClick r:id="rId2" action="ppaction://hlinksldjump"/>
              <a:extLst>
                <a:ext uri="{FF2B5EF4-FFF2-40B4-BE49-F238E27FC236}">
                  <a16:creationId xmlns:a16="http://schemas.microsoft.com/office/drawing/2014/main" id="{92FF524A-CAF5-2D74-0214-176ADFF3A9E8}"/>
                </a:ext>
              </a:extLst>
            </p:cNvPr>
            <p:cNvSpPr/>
            <p:nvPr/>
          </p:nvSpPr>
          <p:spPr>
            <a:xfrm>
              <a:off x="6845181" y="3621423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C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8F6FC9C-4AFD-7B44-B542-F1F6F1CDF52D}"/>
              </a:ext>
            </a:extLst>
          </p:cNvPr>
          <p:cNvGrpSpPr/>
          <p:nvPr/>
        </p:nvGrpSpPr>
        <p:grpSpPr>
          <a:xfrm>
            <a:off x="6853727" y="5218353"/>
            <a:ext cx="4644204" cy="977077"/>
            <a:chOff x="6845181" y="4867976"/>
            <a:chExt cx="4644204" cy="977077"/>
          </a:xfrm>
        </p:grpSpPr>
        <p:sp>
          <p:nvSpPr>
            <p:cNvPr id="19" name="Freeform: Shape 18">
              <a:hlinkClick r:id="rId2" action="ppaction://hlinksldjump"/>
              <a:extLst>
                <a:ext uri="{FF2B5EF4-FFF2-40B4-BE49-F238E27FC236}">
                  <a16:creationId xmlns:a16="http://schemas.microsoft.com/office/drawing/2014/main" id="{B528DB2C-0192-99F3-418B-EB4D309813C9}"/>
                </a:ext>
              </a:extLst>
            </p:cNvPr>
            <p:cNvSpPr/>
            <p:nvPr/>
          </p:nvSpPr>
          <p:spPr>
            <a:xfrm>
              <a:off x="7378971" y="4885063"/>
              <a:ext cx="4110414" cy="959990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7" bIns="68580" numCol="1" spcCol="1270" anchor="ctr" anchorCtr="0">
              <a:noAutofit/>
            </a:bodyPr>
            <a:lstStyle/>
            <a:p>
              <a:pPr marL="0" lvl="0" indent="0" algn="ctr" defTabSz="8001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0" lang="en-US" altLang="en-US" sz="1800" b="1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It focuses solely on data collection</a:t>
              </a:r>
              <a:r>
                <a:rPr kumimoji="0" lang="en-US" altLang="en-US" sz="1800" b="1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rPr>
                <a:t> </a:t>
              </a:r>
            </a:p>
          </p:txBody>
        </p:sp>
        <p:sp>
          <p:nvSpPr>
            <p:cNvPr id="20" name="Oval 19">
              <a:hlinkClick r:id="rId2" action="ppaction://hlinksldjump"/>
              <a:extLst>
                <a:ext uri="{FF2B5EF4-FFF2-40B4-BE49-F238E27FC236}">
                  <a16:creationId xmlns:a16="http://schemas.microsoft.com/office/drawing/2014/main" id="{14BF11AA-47E8-1ABE-C8D1-7A1D2CF8C210}"/>
                </a:ext>
              </a:extLst>
            </p:cNvPr>
            <p:cNvSpPr/>
            <p:nvPr/>
          </p:nvSpPr>
          <p:spPr>
            <a:xfrm>
              <a:off x="6845181" y="4867976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D</a:t>
              </a:r>
            </a:p>
          </p:txBody>
        </p:sp>
      </p:grp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604D9834-A8E6-39EE-7767-01F259126244}"/>
              </a:ext>
            </a:extLst>
          </p:cNvPr>
          <p:cNvSpPr txBox="1">
            <a:spLocks/>
          </p:cNvSpPr>
          <p:nvPr/>
        </p:nvSpPr>
        <p:spPr>
          <a:xfrm>
            <a:off x="6853727" y="607645"/>
            <a:ext cx="4644203" cy="6181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kumimoji="0" lang="en-US" sz="16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1pPr>
            <a:lvl2pPr marL="18288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2pPr>
            <a:lvl3pPr marL="36576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3pPr>
            <a:lvl4pPr marL="54864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4pPr>
            <a:lvl5pPr marL="73152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</a:rPr>
              <a:t>Click on your answer below</a:t>
            </a:r>
          </a:p>
        </p:txBody>
      </p:sp>
      <p:sp>
        <p:nvSpPr>
          <p:cNvPr id="9" name="Rectangle: Rounded Corners 8">
            <a:hlinkClick r:id="" action="ppaction://hlinkshowjump?jump=endshow"/>
            <a:extLst>
              <a:ext uri="{FF2B5EF4-FFF2-40B4-BE49-F238E27FC236}">
                <a16:creationId xmlns:a16="http://schemas.microsoft.com/office/drawing/2014/main" id="{4F21EC07-FB52-A897-5B68-51CB8E4C7507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193501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B2BA9-A784-AA0E-9C5E-DC0FD4DC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DBBCAF-AD0C-61B5-F70B-8509337FB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dirty="0"/>
              <a:t>👍 That’s Right!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Applying the USDM or equivalent model during the Protocol Authoring stage supports the single source of truth to flow to downstream documents.</a:t>
            </a:r>
          </a:p>
          <a:p>
            <a:pPr marL="0" indent="0">
              <a:buNone/>
            </a:pPr>
            <a:r>
              <a:rPr lang="en-US" sz="4400" b="1" dirty="0"/>
              <a:t> 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FB46F8-4C14-6589-D04C-C61A4DF760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Arrow: Right 7">
            <a:hlinkClick r:id="rId2" action="ppaction://hlinksldjump"/>
            <a:extLst>
              <a:ext uri="{FF2B5EF4-FFF2-40B4-BE49-F238E27FC236}">
                <a16:creationId xmlns:a16="http://schemas.microsoft.com/office/drawing/2014/main" id="{2135B733-5FCA-61D9-59C0-970CC448A3F0}"/>
              </a:ext>
            </a:extLst>
          </p:cNvPr>
          <p:cNvSpPr/>
          <p:nvPr/>
        </p:nvSpPr>
        <p:spPr>
          <a:xfrm>
            <a:off x="765243" y="4029855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Next Question </a:t>
            </a:r>
            <a:r>
              <a:rPr lang="en-US" sz="1400" b="1" dirty="0">
                <a:sym typeface="Wingdings" panose="05000000000000000000" pitchFamily="2" charset="2"/>
              </a:rPr>
              <a:t></a:t>
            </a:r>
            <a:endParaRPr lang="en-US" sz="1400" b="1" dirty="0"/>
          </a:p>
        </p:txBody>
      </p:sp>
      <p:sp>
        <p:nvSpPr>
          <p:cNvPr id="3" name="Rectangle: Rounded Corners 2">
            <a:hlinkClick r:id="" action="ppaction://hlinkshowjump?jump=endshow"/>
            <a:extLst>
              <a:ext uri="{FF2B5EF4-FFF2-40B4-BE49-F238E27FC236}">
                <a16:creationId xmlns:a16="http://schemas.microsoft.com/office/drawing/2014/main" id="{F86AC3CD-E2DE-7DFD-DDB8-3EB3DAC3B90B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107221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C5B29-DCA9-0ABC-E6E5-4B6736A5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69BA2A-480E-4920-4B94-D576FE2F91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264A55C-1415-944B-92E4-63EA3E3351F6}"/>
              </a:ext>
            </a:extLst>
          </p:cNvPr>
          <p:cNvSpPr txBox="1">
            <a:spLocks/>
          </p:cNvSpPr>
          <p:nvPr/>
        </p:nvSpPr>
        <p:spPr>
          <a:xfrm>
            <a:off x="765243" y="1377303"/>
            <a:ext cx="10779058" cy="4341572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1pPr>
            <a:lvl2pPr marL="36576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2pPr>
            <a:lvl3pPr marL="54864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3pPr>
            <a:lvl4pPr marL="73152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4pPr>
            <a:lvl5pPr marL="91440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solidFill>
                  <a:schemeClr val="bg1"/>
                </a:solidFill>
              </a:rPr>
              <a:t>🫢 Oops, that’s not correct.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solidFill>
                  <a:schemeClr val="bg1"/>
                </a:solidFill>
              </a:rPr>
              <a:t>   </a:t>
            </a:r>
          </a:p>
        </p:txBody>
      </p:sp>
      <p:sp>
        <p:nvSpPr>
          <p:cNvPr id="7" name="Arrow: Right 6">
            <a:hlinkClick r:id="rId2" action="ppaction://hlinksldjump"/>
            <a:extLst>
              <a:ext uri="{FF2B5EF4-FFF2-40B4-BE49-F238E27FC236}">
                <a16:creationId xmlns:a16="http://schemas.microsoft.com/office/drawing/2014/main" id="{28693355-FDE2-11D0-44F2-BCF42B3420F3}"/>
              </a:ext>
            </a:extLst>
          </p:cNvPr>
          <p:cNvSpPr/>
          <p:nvPr/>
        </p:nvSpPr>
        <p:spPr>
          <a:xfrm>
            <a:off x="5063777" y="2705256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Continue Quiz </a:t>
            </a:r>
            <a:r>
              <a:rPr lang="en-US" sz="1400" b="1" dirty="0">
                <a:sym typeface="Wingdings" panose="05000000000000000000" pitchFamily="2" charset="2"/>
              </a:rPr>
              <a:t></a:t>
            </a:r>
            <a:endParaRPr lang="en-US" sz="1400" b="1" dirty="0"/>
          </a:p>
        </p:txBody>
      </p:sp>
      <p:sp>
        <p:nvSpPr>
          <p:cNvPr id="8" name="Arrow: Right 7">
            <a:hlinkClick r:id="rId3" action="ppaction://hlinksldjump"/>
            <a:extLst>
              <a:ext uri="{FF2B5EF4-FFF2-40B4-BE49-F238E27FC236}">
                <a16:creationId xmlns:a16="http://schemas.microsoft.com/office/drawing/2014/main" id="{6E169223-194E-3FFE-0BCC-F842D449BBF5}"/>
              </a:ext>
            </a:extLst>
          </p:cNvPr>
          <p:cNvSpPr/>
          <p:nvPr/>
        </p:nvSpPr>
        <p:spPr>
          <a:xfrm flipH="1">
            <a:off x="968917" y="2705255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ym typeface="Wingdings" panose="05000000000000000000" pitchFamily="2" charset="2"/>
              </a:rPr>
              <a:t></a:t>
            </a:r>
            <a:r>
              <a:rPr lang="en-US" sz="1400" b="1" dirty="0"/>
              <a:t> Try Again</a:t>
            </a:r>
          </a:p>
        </p:txBody>
      </p:sp>
      <p:sp>
        <p:nvSpPr>
          <p:cNvPr id="2" name="Rectangle: Rounded Corners 1">
            <a:hlinkClick r:id="" action="ppaction://hlinkshowjump?jump=endshow"/>
            <a:extLst>
              <a:ext uri="{FF2B5EF4-FFF2-40B4-BE49-F238E27FC236}">
                <a16:creationId xmlns:a16="http://schemas.microsoft.com/office/drawing/2014/main" id="{F5B078E1-DC6A-3457-FA9B-D36C3938535F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323465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54981-EB7A-B408-E127-512B4603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F43DCD-8B02-A2D8-BE9D-5B87ED54D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697" y="6684653"/>
            <a:ext cx="440804" cy="2856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C108EB-9DD6-E6F9-C60B-82B13C855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8096" y="1441002"/>
            <a:ext cx="4783394" cy="387798"/>
          </a:xfrm>
        </p:spPr>
        <p:txBody>
          <a:bodyPr/>
          <a:lstStyle/>
          <a:p>
            <a:r>
              <a:rPr lang="en-US" dirty="0"/>
              <a:t>Question 3 of 4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9C023D-C17B-2DD1-C561-670D5218780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350" y="2344994"/>
            <a:ext cx="4569924" cy="3598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How does the use of standardized definitions from USDM and Analysis Data Model (</a:t>
            </a:r>
            <a:r>
              <a:rPr lang="en-US" sz="2400" b="1" dirty="0" err="1"/>
              <a:t>ADaM</a:t>
            </a:r>
            <a:r>
              <a:rPr lang="en-US" sz="2400" b="1" dirty="0"/>
              <a:t>) affect the analysis of the data point?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CAA659-B913-3961-F70D-EACC2A5EDDB7}"/>
              </a:ext>
            </a:extLst>
          </p:cNvPr>
          <p:cNvGrpSpPr/>
          <p:nvPr/>
        </p:nvGrpSpPr>
        <p:grpSpPr>
          <a:xfrm>
            <a:off x="6853727" y="1495513"/>
            <a:ext cx="4644203" cy="960259"/>
            <a:chOff x="6845181" y="1145136"/>
            <a:chExt cx="4644203" cy="960259"/>
          </a:xfrm>
        </p:grpSpPr>
        <p:sp>
          <p:nvSpPr>
            <p:cNvPr id="13" name="Freeform: Shape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E7C5F346-4DC0-A334-3CC9-4F546DF51824}"/>
                </a:ext>
              </a:extLst>
            </p:cNvPr>
            <p:cNvSpPr/>
            <p:nvPr/>
          </p:nvSpPr>
          <p:spPr>
            <a:xfrm>
              <a:off x="7378971" y="1145404"/>
              <a:ext cx="4110413" cy="959991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6" bIns="68581" numCol="1" spcCol="1270" anchor="ctr" anchorCtr="0">
              <a:noAutofit/>
            </a:bodyPr>
            <a:lstStyle/>
            <a:p>
              <a:pPr marL="0" lvl="0" indent="0" algn="ctr" defTabSz="8001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dirty="0">
                  <a:solidFill>
                    <a:schemeClr val="bg1"/>
                  </a:solidFill>
                  <a:cs typeface="Arial" panose="020B0604020202020204" pitchFamily="34" charset="0"/>
                </a:rPr>
                <a:t>It complicates the analysis process</a:t>
              </a:r>
              <a:endParaRPr lang="en-US" sz="1800" b="1" u="none" kern="1200" dirty="0">
                <a:solidFill>
                  <a:schemeClr val="bg1"/>
                </a:solidFill>
              </a:endParaRPr>
            </a:p>
          </p:txBody>
        </p:sp>
        <p:sp>
          <p:nvSpPr>
            <p:cNvPr id="14" name="Oval 13">
              <a:hlinkClick r:id="rId2" action="ppaction://hlinksldjump"/>
              <a:extLst>
                <a:ext uri="{FF2B5EF4-FFF2-40B4-BE49-F238E27FC236}">
                  <a16:creationId xmlns:a16="http://schemas.microsoft.com/office/drawing/2014/main" id="{7D193004-1625-0CCE-7403-9052C91747C9}"/>
                </a:ext>
              </a:extLst>
            </p:cNvPr>
            <p:cNvSpPr/>
            <p:nvPr/>
          </p:nvSpPr>
          <p:spPr>
            <a:xfrm>
              <a:off x="6845181" y="1145136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A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4F5808-FB2E-2562-9C83-F810A8EA6B21}"/>
              </a:ext>
            </a:extLst>
          </p:cNvPr>
          <p:cNvGrpSpPr/>
          <p:nvPr/>
        </p:nvGrpSpPr>
        <p:grpSpPr>
          <a:xfrm>
            <a:off x="6853727" y="2725247"/>
            <a:ext cx="4644203" cy="977077"/>
            <a:chOff x="6845181" y="2374870"/>
            <a:chExt cx="4644203" cy="977077"/>
          </a:xfrm>
        </p:grpSpPr>
        <p:sp>
          <p:nvSpPr>
            <p:cNvPr id="15" name="Freeform: Shape 14">
              <a:hlinkClick r:id="rId2" action="ppaction://hlinksldjump"/>
              <a:extLst>
                <a:ext uri="{FF2B5EF4-FFF2-40B4-BE49-F238E27FC236}">
                  <a16:creationId xmlns:a16="http://schemas.microsoft.com/office/drawing/2014/main" id="{13B478A7-440E-632A-54D5-226B7520B12A}"/>
                </a:ext>
              </a:extLst>
            </p:cNvPr>
            <p:cNvSpPr/>
            <p:nvPr/>
          </p:nvSpPr>
          <p:spPr>
            <a:xfrm>
              <a:off x="7378971" y="2391957"/>
              <a:ext cx="4110413" cy="959990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6" bIns="68580" numCol="1" spcCol="1270" anchor="ctr" anchorCtr="0">
              <a:noAutofit/>
            </a:bodyPr>
            <a:lstStyle/>
            <a:p>
              <a:pPr marL="0" lvl="0" indent="0" algn="ctr" defTabSz="8001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0" lang="en-US" altLang="en-US" sz="1800" b="1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It delays the reporting process</a:t>
              </a:r>
              <a:endParaRPr kumimoji="0" lang="en-US" altLang="en-US" sz="18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6" name="Oval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FCD893F4-4E13-B45C-0493-1540F7D7F048}"/>
                </a:ext>
              </a:extLst>
            </p:cNvPr>
            <p:cNvSpPr/>
            <p:nvPr/>
          </p:nvSpPr>
          <p:spPr>
            <a:xfrm>
              <a:off x="6845181" y="2374870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B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31F334-CBE3-E200-792E-7D2675265628}"/>
              </a:ext>
            </a:extLst>
          </p:cNvPr>
          <p:cNvGrpSpPr/>
          <p:nvPr/>
        </p:nvGrpSpPr>
        <p:grpSpPr>
          <a:xfrm>
            <a:off x="6853727" y="3971800"/>
            <a:ext cx="4644203" cy="977077"/>
            <a:chOff x="6845181" y="3621423"/>
            <a:chExt cx="4644203" cy="977077"/>
          </a:xfrm>
        </p:grpSpPr>
        <p:sp>
          <p:nvSpPr>
            <p:cNvPr id="17" name="Freeform: 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2FD513EE-BE68-2F58-6C48-49810684F556}"/>
                </a:ext>
              </a:extLst>
            </p:cNvPr>
            <p:cNvSpPr/>
            <p:nvPr/>
          </p:nvSpPr>
          <p:spPr>
            <a:xfrm>
              <a:off x="7378971" y="3638510"/>
              <a:ext cx="4110413" cy="959990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6" bIns="68580" numCol="1" spcCol="1270" anchor="ctr" anchorCtr="0">
              <a:noAutofit/>
            </a:bodyPr>
            <a:lstStyle/>
            <a:p>
              <a:pPr marL="0" lvl="0" indent="0" algn="ctr" defTabSz="8001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0" lang="en-US" altLang="en-US" sz="1800" b="1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It eliminates the need for statistical methods</a:t>
              </a:r>
              <a:endParaRPr kumimoji="0" lang="en-US" altLang="en-US" sz="18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8" name="Oval 17">
              <a:hlinkClick r:id="rId2" action="ppaction://hlinksldjump"/>
              <a:extLst>
                <a:ext uri="{FF2B5EF4-FFF2-40B4-BE49-F238E27FC236}">
                  <a16:creationId xmlns:a16="http://schemas.microsoft.com/office/drawing/2014/main" id="{9B63BC20-0F7A-034B-8DDB-88317B15F277}"/>
                </a:ext>
              </a:extLst>
            </p:cNvPr>
            <p:cNvSpPr/>
            <p:nvPr/>
          </p:nvSpPr>
          <p:spPr>
            <a:xfrm>
              <a:off x="6845181" y="3621423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C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B5A89AD-CBC8-706D-9DDE-AE5C24932607}"/>
              </a:ext>
            </a:extLst>
          </p:cNvPr>
          <p:cNvGrpSpPr/>
          <p:nvPr/>
        </p:nvGrpSpPr>
        <p:grpSpPr>
          <a:xfrm>
            <a:off x="6853727" y="5218353"/>
            <a:ext cx="4644204" cy="977077"/>
            <a:chOff x="6845181" y="4867976"/>
            <a:chExt cx="4644204" cy="977077"/>
          </a:xfrm>
        </p:grpSpPr>
        <p:sp>
          <p:nvSpPr>
            <p:cNvPr id="19" name="Freeform: Shape 18">
              <a:hlinkClick r:id="rId3" action="ppaction://hlinksldjump"/>
              <a:extLst>
                <a:ext uri="{FF2B5EF4-FFF2-40B4-BE49-F238E27FC236}">
                  <a16:creationId xmlns:a16="http://schemas.microsoft.com/office/drawing/2014/main" id="{0BCC0672-2A20-732C-BC79-9D6F5DE272D7}"/>
                </a:ext>
              </a:extLst>
            </p:cNvPr>
            <p:cNvSpPr/>
            <p:nvPr/>
          </p:nvSpPr>
          <p:spPr>
            <a:xfrm>
              <a:off x="7378971" y="4885063"/>
              <a:ext cx="4110414" cy="959990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7" bIns="68580" numCol="1" spcCol="1270" anchor="ctr" anchorCtr="0">
              <a:noAutofit/>
            </a:bodyPr>
            <a:lstStyle/>
            <a:p>
              <a:pPr marL="0" lvl="0" indent="0" algn="ctr" defTabSz="8001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0" lang="en-US" altLang="en-US" sz="1800" b="1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It enhances the reliability and comparability of results</a:t>
              </a:r>
              <a:endParaRPr kumimoji="0" lang="en-US" altLang="en-US" sz="18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0" name="Oval 19">
              <a:hlinkClick r:id="rId3" action="ppaction://hlinksldjump"/>
              <a:extLst>
                <a:ext uri="{FF2B5EF4-FFF2-40B4-BE49-F238E27FC236}">
                  <a16:creationId xmlns:a16="http://schemas.microsoft.com/office/drawing/2014/main" id="{69B49E2C-3A82-7C47-2B23-C016459AC929}"/>
                </a:ext>
              </a:extLst>
            </p:cNvPr>
            <p:cNvSpPr/>
            <p:nvPr/>
          </p:nvSpPr>
          <p:spPr>
            <a:xfrm>
              <a:off x="6845181" y="4867976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D</a:t>
              </a:r>
            </a:p>
          </p:txBody>
        </p:sp>
      </p:grp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159DC4E0-CBBF-44E3-B711-F6DFD1DF948B}"/>
              </a:ext>
            </a:extLst>
          </p:cNvPr>
          <p:cNvSpPr txBox="1">
            <a:spLocks/>
          </p:cNvSpPr>
          <p:nvPr/>
        </p:nvSpPr>
        <p:spPr>
          <a:xfrm>
            <a:off x="6853727" y="607645"/>
            <a:ext cx="4644203" cy="6181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kumimoji="0" lang="en-US" sz="16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1pPr>
            <a:lvl2pPr marL="18288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2pPr>
            <a:lvl3pPr marL="36576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3pPr>
            <a:lvl4pPr marL="54864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4pPr>
            <a:lvl5pPr marL="73152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</a:rPr>
              <a:t>Click on your answer below</a:t>
            </a:r>
          </a:p>
        </p:txBody>
      </p:sp>
      <p:sp>
        <p:nvSpPr>
          <p:cNvPr id="5" name="Rectangle: Rounded Corners 4">
            <a:hlinkClick r:id="" action="ppaction://hlinkshowjump?jump=endshow"/>
            <a:extLst>
              <a:ext uri="{FF2B5EF4-FFF2-40B4-BE49-F238E27FC236}">
                <a16:creationId xmlns:a16="http://schemas.microsoft.com/office/drawing/2014/main" id="{A85DB90C-693C-CF2A-5412-10BCCA8DB97D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3028916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74926-46A4-7336-D04B-7A1457007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5D137B-4B9A-AF5F-F385-C186CB883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243" y="1377303"/>
            <a:ext cx="9523893" cy="4341572"/>
          </a:xfrm>
        </p:spPr>
        <p:txBody>
          <a:bodyPr/>
          <a:lstStyle/>
          <a:p>
            <a:pPr marL="0" indent="0">
              <a:buNone/>
            </a:pPr>
            <a:r>
              <a:rPr lang="en-US" sz="4400" b="1" dirty="0"/>
              <a:t>👍 That’s Right!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Use of standardized definitions from USDM and </a:t>
            </a:r>
            <a:r>
              <a:rPr lang="en-US" sz="2400" dirty="0" err="1"/>
              <a:t>ADaM</a:t>
            </a:r>
            <a:r>
              <a:rPr lang="en-US" sz="2400" dirty="0"/>
              <a:t> affects the analysis of the data point by enhancing the reliability and comparability of results. </a:t>
            </a:r>
          </a:p>
          <a:p>
            <a:pPr marL="0" indent="0">
              <a:buNone/>
            </a:pPr>
            <a:r>
              <a:rPr lang="en-US" sz="4400" b="1" dirty="0"/>
              <a:t> 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406E0B-2BD7-B1BD-D6EE-8E62707DE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Arrow: Right 7">
            <a:hlinkClick r:id="rId2" action="ppaction://hlinksldjump"/>
            <a:extLst>
              <a:ext uri="{FF2B5EF4-FFF2-40B4-BE49-F238E27FC236}">
                <a16:creationId xmlns:a16="http://schemas.microsoft.com/office/drawing/2014/main" id="{AFB76D1A-D1BF-E898-7A7E-C6272DA5E213}"/>
              </a:ext>
            </a:extLst>
          </p:cNvPr>
          <p:cNvSpPr/>
          <p:nvPr/>
        </p:nvSpPr>
        <p:spPr>
          <a:xfrm>
            <a:off x="765243" y="4029855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Next Question </a:t>
            </a:r>
            <a:r>
              <a:rPr lang="en-US" sz="1400" b="1" dirty="0">
                <a:sym typeface="Wingdings" panose="05000000000000000000" pitchFamily="2" charset="2"/>
              </a:rPr>
              <a:t></a:t>
            </a:r>
            <a:r>
              <a:rPr lang="en-US" sz="1400" b="1" dirty="0"/>
              <a:t> </a:t>
            </a:r>
          </a:p>
        </p:txBody>
      </p:sp>
      <p:sp>
        <p:nvSpPr>
          <p:cNvPr id="3" name="Rectangle: Rounded Corners 2">
            <a:hlinkClick r:id="" action="ppaction://hlinkshowjump?jump=endshow"/>
            <a:extLst>
              <a:ext uri="{FF2B5EF4-FFF2-40B4-BE49-F238E27FC236}">
                <a16:creationId xmlns:a16="http://schemas.microsoft.com/office/drawing/2014/main" id="{0FEE6519-23BD-EB12-B4EE-C4D99F07A514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2479602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0FD18-23B9-5195-BB45-B95B8C63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27F8C-E9AE-620F-5001-C5B70C080A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7AE69E93-3C7A-4FD6-5CF5-0C7D7A34BAED}"/>
              </a:ext>
            </a:extLst>
          </p:cNvPr>
          <p:cNvSpPr txBox="1">
            <a:spLocks/>
          </p:cNvSpPr>
          <p:nvPr/>
        </p:nvSpPr>
        <p:spPr>
          <a:xfrm>
            <a:off x="765243" y="1377303"/>
            <a:ext cx="10779058" cy="4341572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1pPr>
            <a:lvl2pPr marL="36576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2pPr>
            <a:lvl3pPr marL="54864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3pPr>
            <a:lvl4pPr marL="73152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4pPr>
            <a:lvl5pPr marL="91440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solidFill>
                  <a:schemeClr val="bg1"/>
                </a:solidFill>
              </a:rPr>
              <a:t>🫢 Oops, that’s not correct.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solidFill>
                  <a:schemeClr val="bg1"/>
                </a:solidFill>
              </a:rPr>
              <a:t>   </a:t>
            </a:r>
          </a:p>
        </p:txBody>
      </p:sp>
      <p:sp>
        <p:nvSpPr>
          <p:cNvPr id="7" name="Arrow: Right 6">
            <a:hlinkClick r:id="rId2" action="ppaction://hlinksldjump"/>
            <a:extLst>
              <a:ext uri="{FF2B5EF4-FFF2-40B4-BE49-F238E27FC236}">
                <a16:creationId xmlns:a16="http://schemas.microsoft.com/office/drawing/2014/main" id="{8CBDF23C-C17F-8058-B7B7-CAB8166185DE}"/>
              </a:ext>
            </a:extLst>
          </p:cNvPr>
          <p:cNvSpPr/>
          <p:nvPr/>
        </p:nvSpPr>
        <p:spPr>
          <a:xfrm>
            <a:off x="5063777" y="2705256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Continue Quiz </a:t>
            </a:r>
            <a:r>
              <a:rPr lang="en-US" sz="1400" b="1" dirty="0">
                <a:sym typeface="Wingdings" panose="05000000000000000000" pitchFamily="2" charset="2"/>
              </a:rPr>
              <a:t></a:t>
            </a:r>
            <a:endParaRPr lang="en-US" sz="1400" b="1" dirty="0"/>
          </a:p>
        </p:txBody>
      </p:sp>
      <p:sp>
        <p:nvSpPr>
          <p:cNvPr id="8" name="Arrow: Right 7">
            <a:hlinkClick r:id="rId3" action="ppaction://hlinksldjump"/>
            <a:extLst>
              <a:ext uri="{FF2B5EF4-FFF2-40B4-BE49-F238E27FC236}">
                <a16:creationId xmlns:a16="http://schemas.microsoft.com/office/drawing/2014/main" id="{3DEB0AE6-8459-24A1-0B82-8B9257879551}"/>
              </a:ext>
            </a:extLst>
          </p:cNvPr>
          <p:cNvSpPr/>
          <p:nvPr/>
        </p:nvSpPr>
        <p:spPr>
          <a:xfrm flipH="1">
            <a:off x="968917" y="2705255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ym typeface="Wingdings" panose="05000000000000000000" pitchFamily="2" charset="2"/>
              </a:rPr>
              <a:t></a:t>
            </a:r>
            <a:r>
              <a:rPr lang="en-US" sz="1400" b="1" dirty="0"/>
              <a:t> Try Again</a:t>
            </a:r>
          </a:p>
        </p:txBody>
      </p:sp>
      <p:sp>
        <p:nvSpPr>
          <p:cNvPr id="2" name="Rectangle: Rounded Corners 1">
            <a:hlinkClick r:id="" action="ppaction://hlinkshowjump?jump=endshow"/>
            <a:extLst>
              <a:ext uri="{FF2B5EF4-FFF2-40B4-BE49-F238E27FC236}">
                <a16:creationId xmlns:a16="http://schemas.microsoft.com/office/drawing/2014/main" id="{99265BD6-B1E6-7710-C6CC-35CF993FE0A1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2491115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72645-2A0A-03A8-BA71-E292CD3F9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C8BC48-C55C-31D2-2A62-A102A92AA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697" y="6684653"/>
            <a:ext cx="440804" cy="2856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550BEE-2078-FE41-3CA1-2AE8ECF16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8096" y="1441002"/>
            <a:ext cx="4783394" cy="387798"/>
          </a:xfrm>
        </p:spPr>
        <p:txBody>
          <a:bodyPr/>
          <a:lstStyle/>
          <a:p>
            <a:r>
              <a:rPr lang="en-US" dirty="0"/>
              <a:t>Question 4 of 4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67D7CF-AFFF-5C3A-DF03-33B7AA1F7D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350" y="2344994"/>
            <a:ext cx="4569924" cy="3598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What is the main focus when compiling the study results of the data point?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08BF3E-8B7A-250C-048E-68E35BAF50F1}"/>
              </a:ext>
            </a:extLst>
          </p:cNvPr>
          <p:cNvGrpSpPr/>
          <p:nvPr/>
        </p:nvGrpSpPr>
        <p:grpSpPr>
          <a:xfrm>
            <a:off x="6853727" y="1495513"/>
            <a:ext cx="4644203" cy="960259"/>
            <a:chOff x="6845181" y="1145136"/>
            <a:chExt cx="4644203" cy="960259"/>
          </a:xfrm>
        </p:grpSpPr>
        <p:sp>
          <p:nvSpPr>
            <p:cNvPr id="13" name="Freeform: Shape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0A3305A7-99ED-E84F-F050-4D2EA61CFB32}"/>
                </a:ext>
              </a:extLst>
            </p:cNvPr>
            <p:cNvSpPr/>
            <p:nvPr/>
          </p:nvSpPr>
          <p:spPr>
            <a:xfrm>
              <a:off x="7378971" y="1145404"/>
              <a:ext cx="4110413" cy="959991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6" bIns="68581" numCol="1" spcCol="1270" anchor="ctr" anchorCtr="0">
              <a:noAutofit/>
            </a:bodyPr>
            <a:lstStyle/>
            <a:p>
              <a:pPr marL="0" lvl="0" indent="0" algn="ctr" defTabSz="8001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dirty="0">
                  <a:solidFill>
                    <a:schemeClr val="bg1"/>
                  </a:solidFill>
                  <a:cs typeface="Arial" panose="020B0604020202020204" pitchFamily="34" charset="0"/>
                </a:rPr>
                <a:t>Length and complexity of the report</a:t>
              </a:r>
              <a:endParaRPr lang="en-US" sz="1800" b="1" u="none" kern="1200" dirty="0">
                <a:solidFill>
                  <a:schemeClr val="bg1"/>
                </a:solidFill>
              </a:endParaRPr>
            </a:p>
          </p:txBody>
        </p:sp>
        <p:sp>
          <p:nvSpPr>
            <p:cNvPr id="14" name="Oval 13">
              <a:hlinkClick r:id="rId2" action="ppaction://hlinksldjump"/>
              <a:extLst>
                <a:ext uri="{FF2B5EF4-FFF2-40B4-BE49-F238E27FC236}">
                  <a16:creationId xmlns:a16="http://schemas.microsoft.com/office/drawing/2014/main" id="{9047F882-060B-FF02-C005-72AD54234814}"/>
                </a:ext>
              </a:extLst>
            </p:cNvPr>
            <p:cNvSpPr/>
            <p:nvPr/>
          </p:nvSpPr>
          <p:spPr>
            <a:xfrm>
              <a:off x="6845181" y="1145136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A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33E996-A658-895A-C6B9-C41C5EC3BEE6}"/>
              </a:ext>
            </a:extLst>
          </p:cNvPr>
          <p:cNvGrpSpPr/>
          <p:nvPr/>
        </p:nvGrpSpPr>
        <p:grpSpPr>
          <a:xfrm>
            <a:off x="6853727" y="2725247"/>
            <a:ext cx="4644203" cy="977077"/>
            <a:chOff x="6845181" y="2374870"/>
            <a:chExt cx="4644203" cy="977077"/>
          </a:xfrm>
        </p:grpSpPr>
        <p:sp>
          <p:nvSpPr>
            <p:cNvPr id="15" name="Freeform: Shape 14">
              <a:hlinkClick r:id="rId3" action="ppaction://hlinksldjump"/>
              <a:extLst>
                <a:ext uri="{FF2B5EF4-FFF2-40B4-BE49-F238E27FC236}">
                  <a16:creationId xmlns:a16="http://schemas.microsoft.com/office/drawing/2014/main" id="{99240AC1-AE86-937E-C356-65E60929F3AA}"/>
                </a:ext>
              </a:extLst>
            </p:cNvPr>
            <p:cNvSpPr/>
            <p:nvPr/>
          </p:nvSpPr>
          <p:spPr>
            <a:xfrm>
              <a:off x="7378971" y="2391957"/>
              <a:ext cx="4110413" cy="959990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6" bIns="68580" numCol="1" spcCol="1270" anchor="ctr" anchorCtr="0">
              <a:noAutofit/>
            </a:bodyPr>
            <a:lstStyle/>
            <a:p>
              <a:pPr marL="0" lvl="0" indent="0" algn="ctr" defTabSz="8001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b="1" dirty="0">
                  <a:solidFill>
                    <a:schemeClr val="bg1"/>
                  </a:solidFill>
                  <a:cs typeface="Arial" panose="020B0604020202020204" pitchFamily="34" charset="0"/>
                </a:rPr>
                <a:t>The findings are presented clearly</a:t>
              </a:r>
              <a:endParaRPr kumimoji="0" lang="en-US" altLang="en-US" sz="18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6" name="Oval 15">
              <a:hlinkClick r:id="rId3" action="ppaction://hlinksldjump"/>
              <a:extLst>
                <a:ext uri="{FF2B5EF4-FFF2-40B4-BE49-F238E27FC236}">
                  <a16:creationId xmlns:a16="http://schemas.microsoft.com/office/drawing/2014/main" id="{B1F0CD57-652E-1FFA-4ECB-4601677DB09A}"/>
                </a:ext>
              </a:extLst>
            </p:cNvPr>
            <p:cNvSpPr/>
            <p:nvPr/>
          </p:nvSpPr>
          <p:spPr>
            <a:xfrm>
              <a:off x="6845181" y="2374870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B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B76ABA3-7714-465B-1FA7-460B9521409B}"/>
              </a:ext>
            </a:extLst>
          </p:cNvPr>
          <p:cNvGrpSpPr/>
          <p:nvPr/>
        </p:nvGrpSpPr>
        <p:grpSpPr>
          <a:xfrm>
            <a:off x="6853727" y="3971800"/>
            <a:ext cx="4644203" cy="977077"/>
            <a:chOff x="6845181" y="3621423"/>
            <a:chExt cx="4644203" cy="977077"/>
          </a:xfrm>
        </p:grpSpPr>
        <p:sp>
          <p:nvSpPr>
            <p:cNvPr id="17" name="Freeform: 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2CC00ABE-2544-A7CA-905B-A709C7EE4075}"/>
                </a:ext>
              </a:extLst>
            </p:cNvPr>
            <p:cNvSpPr/>
            <p:nvPr/>
          </p:nvSpPr>
          <p:spPr>
            <a:xfrm>
              <a:off x="7378971" y="3638510"/>
              <a:ext cx="4110413" cy="959990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6" bIns="68580" numCol="1" spcCol="1270" anchor="ctr" anchorCtr="0">
              <a:noAutofit/>
            </a:bodyPr>
            <a:lstStyle/>
            <a:p>
              <a:pPr marL="0" lvl="0" indent="0" algn="ctr" defTabSz="8001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0" lang="en-US" altLang="en-US" sz="1800" b="1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Use of technical jargon</a:t>
              </a:r>
              <a:endParaRPr kumimoji="0" lang="en-US" altLang="en-US" sz="18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8" name="Oval 17">
              <a:hlinkClick r:id="rId2" action="ppaction://hlinksldjump"/>
              <a:extLst>
                <a:ext uri="{FF2B5EF4-FFF2-40B4-BE49-F238E27FC236}">
                  <a16:creationId xmlns:a16="http://schemas.microsoft.com/office/drawing/2014/main" id="{69E1B992-2C54-55B3-63BB-EB0C6A77CE31}"/>
                </a:ext>
              </a:extLst>
            </p:cNvPr>
            <p:cNvSpPr/>
            <p:nvPr/>
          </p:nvSpPr>
          <p:spPr>
            <a:xfrm>
              <a:off x="6845181" y="3621423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C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36C19EE-FF5F-BCC9-49FD-6FF179264BB7}"/>
              </a:ext>
            </a:extLst>
          </p:cNvPr>
          <p:cNvGrpSpPr/>
          <p:nvPr/>
        </p:nvGrpSpPr>
        <p:grpSpPr>
          <a:xfrm>
            <a:off x="6853727" y="5218353"/>
            <a:ext cx="4644204" cy="977077"/>
            <a:chOff x="6845181" y="4867976"/>
            <a:chExt cx="4644204" cy="977077"/>
          </a:xfrm>
        </p:grpSpPr>
        <p:sp>
          <p:nvSpPr>
            <p:cNvPr id="19" name="Freeform: Shape 18">
              <a:hlinkClick r:id="rId2" action="ppaction://hlinksldjump"/>
              <a:extLst>
                <a:ext uri="{FF2B5EF4-FFF2-40B4-BE49-F238E27FC236}">
                  <a16:creationId xmlns:a16="http://schemas.microsoft.com/office/drawing/2014/main" id="{91C2CFF9-894D-A087-483E-376EEBE75538}"/>
                </a:ext>
              </a:extLst>
            </p:cNvPr>
            <p:cNvSpPr/>
            <p:nvPr/>
          </p:nvSpPr>
          <p:spPr>
            <a:xfrm>
              <a:off x="7378971" y="4885063"/>
              <a:ext cx="4110414" cy="959990"/>
            </a:xfrm>
            <a:custGeom>
              <a:avLst/>
              <a:gdLst>
                <a:gd name="connsiteX0" fmla="*/ 0 w 4110413"/>
                <a:gd name="connsiteY0" fmla="*/ 0 h 959989"/>
                <a:gd name="connsiteX1" fmla="*/ 3630419 w 4110413"/>
                <a:gd name="connsiteY1" fmla="*/ 0 h 959989"/>
                <a:gd name="connsiteX2" fmla="*/ 4110413 w 4110413"/>
                <a:gd name="connsiteY2" fmla="*/ 479995 h 959989"/>
                <a:gd name="connsiteX3" fmla="*/ 3630419 w 4110413"/>
                <a:gd name="connsiteY3" fmla="*/ 959989 h 959989"/>
                <a:gd name="connsiteX4" fmla="*/ 0 w 4110413"/>
                <a:gd name="connsiteY4" fmla="*/ 959989 h 959989"/>
                <a:gd name="connsiteX5" fmla="*/ 0 w 4110413"/>
                <a:gd name="connsiteY5" fmla="*/ 0 h 959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0413" h="959989">
                  <a:moveTo>
                    <a:pt x="4110413" y="959988"/>
                  </a:moveTo>
                  <a:lnTo>
                    <a:pt x="479994" y="959988"/>
                  </a:lnTo>
                  <a:lnTo>
                    <a:pt x="0" y="479994"/>
                  </a:lnTo>
                  <a:lnTo>
                    <a:pt x="479994" y="1"/>
                  </a:lnTo>
                  <a:lnTo>
                    <a:pt x="4110413" y="1"/>
                  </a:lnTo>
                  <a:lnTo>
                    <a:pt x="4110413" y="95998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3326" tIns="68581" rIns="128017" bIns="68580" numCol="1" spcCol="1270" anchor="ctr" anchorCtr="0">
              <a:noAutofit/>
            </a:bodyPr>
            <a:lstStyle/>
            <a:p>
              <a:pPr marL="0" lvl="0" indent="0" algn="ctr" defTabSz="8001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0" lang="en-US" altLang="en-US" sz="1800" b="1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Arial" panose="020B0604020202020204" pitchFamily="34" charset="0"/>
                </a:rPr>
                <a:t>Man</a:t>
              </a:r>
              <a:r>
                <a:rPr lang="en-US" altLang="en-US" b="1" dirty="0">
                  <a:solidFill>
                    <a:schemeClr val="bg1"/>
                  </a:solidFill>
                  <a:cs typeface="Arial" panose="020B0604020202020204" pitchFamily="34" charset="0"/>
                </a:rPr>
                <a:t>ual data entry</a:t>
              </a:r>
              <a:endParaRPr kumimoji="0" lang="en-US" altLang="en-US" sz="18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0" name="Oval 19">
              <a:hlinkClick r:id="rId2" action="ppaction://hlinksldjump"/>
              <a:extLst>
                <a:ext uri="{FF2B5EF4-FFF2-40B4-BE49-F238E27FC236}">
                  <a16:creationId xmlns:a16="http://schemas.microsoft.com/office/drawing/2014/main" id="{2D6A27BF-654F-8B49-2045-DA8CC601F178}"/>
                </a:ext>
              </a:extLst>
            </p:cNvPr>
            <p:cNvSpPr/>
            <p:nvPr/>
          </p:nvSpPr>
          <p:spPr>
            <a:xfrm>
              <a:off x="6845181" y="4867976"/>
              <a:ext cx="959989" cy="9599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</a:rPr>
                <a:t>D</a:t>
              </a:r>
            </a:p>
          </p:txBody>
        </p:sp>
      </p:grp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5DC8417E-CAFE-D1DE-220E-3F6F2E06D4C2}"/>
              </a:ext>
            </a:extLst>
          </p:cNvPr>
          <p:cNvSpPr txBox="1">
            <a:spLocks/>
          </p:cNvSpPr>
          <p:nvPr/>
        </p:nvSpPr>
        <p:spPr>
          <a:xfrm>
            <a:off x="6853727" y="607645"/>
            <a:ext cx="4644203" cy="6181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kumimoji="0" lang="en-US" sz="16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1pPr>
            <a:lvl2pPr marL="18288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tabLst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2pPr>
            <a:lvl3pPr marL="36576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3pPr>
            <a:lvl4pPr marL="54864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4pPr>
            <a:lvl5pPr marL="73152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</a:rPr>
              <a:t>Click on your answer below</a:t>
            </a:r>
          </a:p>
        </p:txBody>
      </p:sp>
      <p:sp>
        <p:nvSpPr>
          <p:cNvPr id="4" name="Rectangle: Rounded Corners 3">
            <a:hlinkClick r:id="" action="ppaction://hlinkshowjump?jump=endshow"/>
            <a:extLst>
              <a:ext uri="{FF2B5EF4-FFF2-40B4-BE49-F238E27FC236}">
                <a16:creationId xmlns:a16="http://schemas.microsoft.com/office/drawing/2014/main" id="{F8262498-7D05-6AEE-DF71-6E93A1E94189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569675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E097-1190-A749-17D2-8C17E2196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BF2BB35-3BEC-3D29-84F0-D7206B014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243" y="1377303"/>
            <a:ext cx="7378899" cy="4341572"/>
          </a:xfrm>
        </p:spPr>
        <p:txBody>
          <a:bodyPr/>
          <a:lstStyle/>
          <a:p>
            <a:pPr marL="0" indent="0">
              <a:buNone/>
            </a:pPr>
            <a:r>
              <a:rPr lang="en-US" sz="4400" b="1" dirty="0"/>
              <a:t>👍 That’s Right!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main focus when compiling the study results of the data point is present the findings clearly.</a:t>
            </a:r>
            <a:endParaRPr lang="en-US" sz="4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D3790E-DFB6-36F2-5F55-3919F905C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BDD8550-4CFB-EB96-D7D4-D7F759B68CE4}"/>
              </a:ext>
            </a:extLst>
          </p:cNvPr>
          <p:cNvSpPr/>
          <p:nvPr/>
        </p:nvSpPr>
        <p:spPr>
          <a:xfrm>
            <a:off x="765243" y="4029855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Next</a:t>
            </a:r>
          </a:p>
        </p:txBody>
      </p:sp>
      <p:sp>
        <p:nvSpPr>
          <p:cNvPr id="3" name="Rectangle: Rounded Corners 2">
            <a:hlinkClick r:id="" action="ppaction://hlinkshowjump?jump=endshow"/>
            <a:extLst>
              <a:ext uri="{FF2B5EF4-FFF2-40B4-BE49-F238E27FC236}">
                <a16:creationId xmlns:a16="http://schemas.microsoft.com/office/drawing/2014/main" id="{AB17C09D-0CFF-A008-B6A9-A51AF11CE728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553174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992A1-4BDE-0319-E591-20AB346A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DF0FAA-9CE4-A58C-A012-FFB7F884A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9019D676-D93E-FE31-2B2F-8F0082B4E723}"/>
              </a:ext>
            </a:extLst>
          </p:cNvPr>
          <p:cNvSpPr txBox="1">
            <a:spLocks/>
          </p:cNvSpPr>
          <p:nvPr/>
        </p:nvSpPr>
        <p:spPr>
          <a:xfrm>
            <a:off x="765243" y="1377303"/>
            <a:ext cx="10779058" cy="4341572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1pPr>
            <a:lvl2pPr marL="36576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2pPr>
            <a:lvl3pPr marL="54864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3pPr>
            <a:lvl4pPr marL="73152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4pPr>
            <a:lvl5pPr marL="914400" indent="-18288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solidFill>
                  <a:schemeClr val="bg1"/>
                </a:solidFill>
              </a:rPr>
              <a:t>🫢 Oops, that’s not correct.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solidFill>
                  <a:schemeClr val="bg1"/>
                </a:solidFill>
              </a:rPr>
              <a:t>   </a:t>
            </a:r>
          </a:p>
        </p:txBody>
      </p:sp>
      <p:sp>
        <p:nvSpPr>
          <p:cNvPr id="7" name="Arrow: Right 6">
            <a:hlinkClick r:id="rId2" action="ppaction://hlinksldjump"/>
            <a:extLst>
              <a:ext uri="{FF2B5EF4-FFF2-40B4-BE49-F238E27FC236}">
                <a16:creationId xmlns:a16="http://schemas.microsoft.com/office/drawing/2014/main" id="{06C2BD56-0771-2E68-F266-E1851968329C}"/>
              </a:ext>
            </a:extLst>
          </p:cNvPr>
          <p:cNvSpPr/>
          <p:nvPr/>
        </p:nvSpPr>
        <p:spPr>
          <a:xfrm>
            <a:off x="5063777" y="2705256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Continue Quiz </a:t>
            </a:r>
            <a:r>
              <a:rPr lang="en-US" sz="1400" b="1" dirty="0">
                <a:sym typeface="Wingdings" panose="05000000000000000000" pitchFamily="2" charset="2"/>
              </a:rPr>
              <a:t></a:t>
            </a:r>
            <a:endParaRPr lang="en-US" sz="1400" b="1" dirty="0"/>
          </a:p>
        </p:txBody>
      </p:sp>
      <p:sp>
        <p:nvSpPr>
          <p:cNvPr id="8" name="Arrow: Right 7">
            <a:hlinkClick r:id="rId3" action="ppaction://hlinksldjump"/>
            <a:extLst>
              <a:ext uri="{FF2B5EF4-FFF2-40B4-BE49-F238E27FC236}">
                <a16:creationId xmlns:a16="http://schemas.microsoft.com/office/drawing/2014/main" id="{3D5E2574-A6F4-1154-E269-E8DC1A32A9C6}"/>
              </a:ext>
            </a:extLst>
          </p:cNvPr>
          <p:cNvSpPr/>
          <p:nvPr/>
        </p:nvSpPr>
        <p:spPr>
          <a:xfrm flipH="1">
            <a:off x="968917" y="2705255"/>
            <a:ext cx="3545081" cy="564023"/>
          </a:xfrm>
          <a:prstGeom prst="rightArrow">
            <a:avLst>
              <a:gd name="adj1" fmla="val 77272"/>
              <a:gd name="adj2" fmla="val 84848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ym typeface="Wingdings" panose="05000000000000000000" pitchFamily="2" charset="2"/>
              </a:rPr>
              <a:t></a:t>
            </a:r>
            <a:r>
              <a:rPr lang="en-US" sz="1400" b="1" dirty="0"/>
              <a:t> Try Again</a:t>
            </a:r>
          </a:p>
        </p:txBody>
      </p:sp>
      <p:sp>
        <p:nvSpPr>
          <p:cNvPr id="2" name="Rectangle: Rounded Corners 1">
            <a:hlinkClick r:id="" action="ppaction://hlinkshowjump?jump=endshow"/>
            <a:extLst>
              <a:ext uri="{FF2B5EF4-FFF2-40B4-BE49-F238E27FC236}">
                <a16:creationId xmlns:a16="http://schemas.microsoft.com/office/drawing/2014/main" id="{20419436-9D74-ED0A-5F43-E0A8FDDCC149}"/>
              </a:ext>
            </a:extLst>
          </p:cNvPr>
          <p:cNvSpPr/>
          <p:nvPr/>
        </p:nvSpPr>
        <p:spPr>
          <a:xfrm>
            <a:off x="10665150" y="39568"/>
            <a:ext cx="1461331" cy="1957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End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3000236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A8E1AE-36C2-DBEA-1649-9D76ED73F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2D83D6-E955-2BD7-5AAE-D98605FF3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243" y="384048"/>
            <a:ext cx="10779058" cy="5179623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6000" dirty="0"/>
              <a:t>Congratulations! 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You’ve reached the end of 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‘From Clinical Strategy to Filing: 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Automating the Clinical Data Flow Journey’ 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Learning Assessment. </a:t>
            </a:r>
            <a:br>
              <a:rPr lang="en-US" dirty="0">
                <a:solidFill>
                  <a:schemeClr val="tx2"/>
                </a:solidFill>
              </a:rPr>
            </a:b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Thank you for participating!</a:t>
            </a:r>
          </a:p>
        </p:txBody>
      </p:sp>
      <p:sp>
        <p:nvSpPr>
          <p:cNvPr id="5" name="Rectangle: Rounded Corners 4">
            <a:hlinkClick r:id="" action="ppaction://hlinkshowjump?jump=endshow"/>
            <a:extLst>
              <a:ext uri="{FF2B5EF4-FFF2-40B4-BE49-F238E27FC236}">
                <a16:creationId xmlns:a16="http://schemas.microsoft.com/office/drawing/2014/main" id="{C4D2656E-62D5-F8E6-F72E-F332C06B8348}"/>
              </a:ext>
            </a:extLst>
          </p:cNvPr>
          <p:cNvSpPr/>
          <p:nvPr/>
        </p:nvSpPr>
        <p:spPr>
          <a:xfrm>
            <a:off x="3801829" y="5700558"/>
            <a:ext cx="4705885" cy="40165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Click to end learning assessment</a:t>
            </a:r>
          </a:p>
        </p:txBody>
      </p:sp>
      <p:sp>
        <p:nvSpPr>
          <p:cNvPr id="6" name="Rectangle: Rounded Corners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66B86CA-2D25-EABE-15EF-B5EFB1855054}"/>
              </a:ext>
            </a:extLst>
          </p:cNvPr>
          <p:cNvSpPr/>
          <p:nvPr/>
        </p:nvSpPr>
        <p:spPr>
          <a:xfrm>
            <a:off x="10425870" y="39568"/>
            <a:ext cx="1700612" cy="19855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Restart the assessment</a:t>
            </a:r>
          </a:p>
        </p:txBody>
      </p:sp>
    </p:spTree>
    <p:extLst>
      <p:ext uri="{BB962C8B-B14F-4D97-AF65-F5344CB8AC3E}">
        <p14:creationId xmlns:p14="http://schemas.microsoft.com/office/powerpoint/2010/main" val="2705609570"/>
      </p:ext>
    </p:extLst>
  </p:cSld>
  <p:clrMapOvr>
    <a:masterClrMapping/>
  </p:clrMapOvr>
</p:sld>
</file>

<file path=ppt/theme/theme1.xml><?xml version="1.0" encoding="utf-8"?>
<a:theme xmlns:a="http://schemas.openxmlformats.org/drawingml/2006/main" name="Transcelerate theme">
  <a:themeElements>
    <a:clrScheme name="Transcelerate 6">
      <a:dk1>
        <a:srgbClr val="575757"/>
      </a:dk1>
      <a:lt1>
        <a:srgbClr val="FFFFFF"/>
      </a:lt1>
      <a:dk2>
        <a:srgbClr val="145E99"/>
      </a:dk2>
      <a:lt2>
        <a:srgbClr val="E7E6E6"/>
      </a:lt2>
      <a:accent1>
        <a:srgbClr val="00AEEF"/>
      </a:accent1>
      <a:accent2>
        <a:srgbClr val="F35F1A"/>
      </a:accent2>
      <a:accent3>
        <a:srgbClr val="FAB324"/>
      </a:accent3>
      <a:accent4>
        <a:srgbClr val="FA8E23"/>
      </a:accent4>
      <a:accent5>
        <a:srgbClr val="BD3870"/>
      </a:accent5>
      <a:accent6>
        <a:srgbClr val="DF9041"/>
      </a:accent6>
      <a:hlink>
        <a:srgbClr val="BB4D38"/>
      </a:hlink>
      <a:folHlink>
        <a:srgbClr val="BB4D38"/>
      </a:folHlink>
    </a:clrScheme>
    <a:fontScheme name="Test">
      <a:majorFont>
        <a:latin typeface="Century Gothic Bold"/>
        <a:ea typeface=""/>
        <a:cs typeface=""/>
      </a:majorFont>
      <a:minorFont>
        <a:latin typeface="Century Gothic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C Branding" ma:contentTypeID="0x010100F8361C5538EF5C45897F74A05365720502004A1BED03EEC4BA4B9522DAA4F84A7681" ma:contentTypeVersion="53" ma:contentTypeDescription="" ma:contentTypeScope="" ma:versionID="49a25e4989cc30d4342c71479e90df16">
  <xsd:schema xmlns:xsd="http://www.w3.org/2001/XMLSchema" xmlns:xs="http://www.w3.org/2001/XMLSchema" xmlns:p="http://schemas.microsoft.com/office/2006/metadata/properties" xmlns:ns2="1e6ce477-9493-4a39-9848-d11bef8e2276" xmlns:ns3="dd150e32-153b-4df8-a3d3-8125906024a9" xmlns:ns4="d8b57ece-649d-47ac-a638-47718233f1e6" targetNamespace="http://schemas.microsoft.com/office/2006/metadata/properties" ma:root="true" ma:fieldsID="a3647ecc663f8cab2fd3686dbf05c854" ns2:_="" ns3:_="" ns4:_="">
    <xsd:import namespace="1e6ce477-9493-4a39-9848-d11bef8e2276"/>
    <xsd:import namespace="dd150e32-153b-4df8-a3d3-8125906024a9"/>
    <xsd:import namespace="d8b57ece-649d-47ac-a638-47718233f1e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TC_x0020_Contact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lcf76f155ced4ddcb4097134ff3c332f" minOccurs="0"/>
                <xsd:element ref="ns2:TaxCatchAll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6ce477-9493-4a39-9848-d11bef8e227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4" nillable="true" ma:displayName="Taxonomy Catch All Column" ma:hidden="true" ma:list="{be0793bb-0728-4a2d-8136-ce73b07e7b1b}" ma:internalName="TaxCatchAll" ma:showField="CatchAllData" ma:web="1e6ce477-9493-4a39-9848-d11bef8e22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150e32-153b-4df8-a3d3-8125906024a9" elementFormDefault="qualified">
    <xsd:import namespace="http://schemas.microsoft.com/office/2006/documentManagement/types"/>
    <xsd:import namespace="http://schemas.microsoft.com/office/infopath/2007/PartnerControls"/>
    <xsd:element name="TC_x0020_Contact" ma:index="11" nillable="true" ma:displayName="TC Contact" ma:list="UserInfo" ma:SharePointGroup="0" ma:internalName="TC_x0020_Contact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b57ece-649d-47ac-a638-47718233f1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95db1aa9-94f2-4e66-8194-7ffc0092fd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C_x0020_Contact xmlns="dd150e32-153b-4df8-a3d3-8125906024a9">
      <UserInfo>
        <DisplayName/>
        <AccountId xsi:nil="true"/>
        <AccountType/>
      </UserInfo>
    </TC_x0020_Contact>
    <lcf76f155ced4ddcb4097134ff3c332f xmlns="d8b57ece-649d-47ac-a638-47718233f1e6">
      <Terms xmlns="http://schemas.microsoft.com/office/infopath/2007/PartnerControls"/>
    </lcf76f155ced4ddcb4097134ff3c332f>
    <TaxCatchAll xmlns="1e6ce477-9493-4a39-9848-d11bef8e2276" xsi:nil="true"/>
    <_dlc_DocId xmlns="1e6ce477-9493-4a39-9848-d11bef8e2276">TRNSCLRT-1333316499-1530</_dlc_DocId>
    <_dlc_DocIdUrl xmlns="1e6ce477-9493-4a39-9848-d11bef8e2276">
      <Url>https://transceleratebiopharma.sharepoint.com/Member/_layouts/15/DocIdRedir.aspx?ID=TRNSCLRT-1333316499-1530</Url>
      <Description>TRNSCLRT-1333316499-1530</Description>
    </_dlc_DocIdUrl>
  </documentManagement>
</p:properties>
</file>

<file path=customXml/itemProps1.xml><?xml version="1.0" encoding="utf-8"?>
<ds:datastoreItem xmlns:ds="http://schemas.openxmlformats.org/officeDocument/2006/customXml" ds:itemID="{B1CE8E79-179F-47D4-A665-506595DA066F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6A9366FB-4E51-4935-8461-916B25584720}">
  <ds:schemaRefs>
    <ds:schemaRef ds:uri="1e6ce477-9493-4a39-9848-d11bef8e2276"/>
    <ds:schemaRef ds:uri="d8b57ece-649d-47ac-a638-47718233f1e6"/>
    <ds:schemaRef ds:uri="dd150e32-153b-4df8-a3d3-8125906024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4707F1-7D84-43E7-AD86-957ECBADA2AB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EE4674B-7CA6-47BD-8A1E-1FAE2E81F43B}">
  <ds:schemaRefs>
    <ds:schemaRef ds:uri="http://schemas.microsoft.com/office/infopath/2007/PartnerControls"/>
    <ds:schemaRef ds:uri="http://www.w3.org/XML/1998/namespace"/>
    <ds:schemaRef ds:uri="1e6ce477-9493-4a39-9848-d11bef8e2276"/>
    <ds:schemaRef ds:uri="http://schemas.microsoft.com/office/2006/metadata/properties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d8b57ece-649d-47ac-a638-47718233f1e6"/>
    <ds:schemaRef ds:uri="dd150e32-153b-4df8-a3d3-8125906024a9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557</Words>
  <Application>Microsoft Office PowerPoint</Application>
  <PresentationFormat>Widescreen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Century Gothic Bold</vt:lpstr>
      <vt:lpstr>Century Gothic Regular</vt:lpstr>
      <vt:lpstr>System Font Regular</vt:lpstr>
      <vt:lpstr>Times New Roman</vt:lpstr>
      <vt:lpstr>Wingdings</vt:lpstr>
      <vt:lpstr>Transcelerate theme</vt:lpstr>
      <vt:lpstr>From Clinical Strategy to Filing: Automating the Clinical Data Flow Journey</vt:lpstr>
      <vt:lpstr>Instructions for Taking the Learning Assessment</vt:lpstr>
      <vt:lpstr>Question 1 of 4 </vt:lpstr>
      <vt:lpstr>PowerPoint Presentation</vt:lpstr>
      <vt:lpstr>PowerPoint Presentation</vt:lpstr>
      <vt:lpstr>Question 2 of 4 </vt:lpstr>
      <vt:lpstr>PowerPoint Presentation</vt:lpstr>
      <vt:lpstr>PowerPoint Presentation</vt:lpstr>
      <vt:lpstr>Question 3 of 4 </vt:lpstr>
      <vt:lpstr>PowerPoint Presentation</vt:lpstr>
      <vt:lpstr>PowerPoint Presentation</vt:lpstr>
      <vt:lpstr>Question 4 of 4 </vt:lpstr>
      <vt:lpstr>PowerPoint Presentation</vt:lpstr>
      <vt:lpstr>PowerPoint Presentation</vt:lpstr>
      <vt:lpstr>Congratulations!   You’ve reached the end of  ‘From Clinical Strategy to Filing:  Automating the Clinical Data Flow Journey’  Learning Assessment.   Thank you for participating!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Dorothea Izzo</dc:creator>
  <cp:lastModifiedBy>Nip, Jun</cp:lastModifiedBy>
  <cp:revision>6</cp:revision>
  <dcterms:created xsi:type="dcterms:W3CDTF">2022-06-22T18:46:10Z</dcterms:created>
  <dcterms:modified xsi:type="dcterms:W3CDTF">2025-11-12T16:33:33Z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0x010100F8361C5538EF5C45897F74A05365720502004A1BED03EEC4BA4B9522DAA4F84A7681</vt:lpwstr>
  </property>
  <property fmtid="{D5CDD505-2E9C-101B-9397-08002B2CF9AE}" pid="3" name="_dlc_DocIdItemGuid">
    <vt:lpwstr>1a602337-c6cd-4c12-824e-960221f5fe95</vt:lpwstr>
  </property>
  <property fmtid="{D5CDD505-2E9C-101B-9397-08002B2CF9AE}" pid="4" name="MediaServiceImageTags">
    <vt:lpwstr/>
  </property>
  <property fmtid="{D5CDD505-2E9C-101B-9397-08002B2CF9AE}" pid="5" name="SharedWithUsers">
    <vt:lpwstr>795;#Cara Rinaldi;#2620;#Jeneen Donadeo;#3087;#Rob DiCicco;#5493;#Cindy Levy-Petelinkar;#536;#Sarah Plush;#5309;#Ashley Pachter;#3821;#Stacy Tegan;#4103;#Kelsey Jakee;#3805;#Clint Craun;#6079;#Thomas Kelly;#4935;#John Dobbins;#5675;#Catherine Cano;#355;#Jennifer Burgess;#3864;#Olivia Lyberg</vt:lpwstr>
  </property>
  <property fmtid="{D5CDD505-2E9C-101B-9397-08002B2CF9AE}" pid="6" name="MSIP_Label_3c9bec58-8084-492e-8360-0e1cfe36408c_Enabled">
    <vt:lpwstr>true</vt:lpwstr>
  </property>
  <property fmtid="{D5CDD505-2E9C-101B-9397-08002B2CF9AE}" pid="7" name="MSIP_Label_3c9bec58-8084-492e-8360-0e1cfe36408c_SetDate">
    <vt:lpwstr>2025-01-20T17:39:17Z</vt:lpwstr>
  </property>
  <property fmtid="{D5CDD505-2E9C-101B-9397-08002B2CF9AE}" pid="8" name="MSIP_Label_3c9bec58-8084-492e-8360-0e1cfe36408c_Method">
    <vt:lpwstr>Standard</vt:lpwstr>
  </property>
  <property fmtid="{D5CDD505-2E9C-101B-9397-08002B2CF9AE}" pid="9" name="MSIP_Label_3c9bec58-8084-492e-8360-0e1cfe36408c_Name">
    <vt:lpwstr>Not Protected -Pilot</vt:lpwstr>
  </property>
  <property fmtid="{D5CDD505-2E9C-101B-9397-08002B2CF9AE}" pid="10" name="MSIP_Label_3c9bec58-8084-492e-8360-0e1cfe36408c_SiteId">
    <vt:lpwstr>f35a6974-607f-47d4-82d7-ff31d7dc53a5</vt:lpwstr>
  </property>
  <property fmtid="{D5CDD505-2E9C-101B-9397-08002B2CF9AE}" pid="11" name="MSIP_Label_3c9bec58-8084-492e-8360-0e1cfe36408c_ActionId">
    <vt:lpwstr>9c9fe64d-4b79-4e3a-a559-1ba8dc57e99a</vt:lpwstr>
  </property>
  <property fmtid="{D5CDD505-2E9C-101B-9397-08002B2CF9AE}" pid="12" name="MSIP_Label_3c9bec58-8084-492e-8360-0e1cfe36408c_ContentBits">
    <vt:lpwstr>0</vt:lpwstr>
  </property>
</Properties>
</file>